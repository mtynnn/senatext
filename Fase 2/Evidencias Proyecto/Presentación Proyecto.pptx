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6858000" cy="9144000"/>
  <p:embeddedFontLst>
    <p:embeddedFont>
      <p:font typeface="Montserrat"/>
      <p:regular r:id="rId13"/>
      <p:bold r:id="rId14"/>
      <p:italic r:id="rId15"/>
      <p:boldItalic r:id="rId16"/>
    </p:embeddedFont>
    <p:embeddedFont>
      <p:font typeface="Nunito Sans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huEVa42sksviaBe42FTJPNlQk7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Sans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font" Target="fonts/Montserrat-regular.fnt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-italic.fntdata"/><Relationship Id="rId14" Type="http://schemas.openxmlformats.org/officeDocument/2006/relationships/font" Target="fonts/Montserrat-bold.fntdata"/><Relationship Id="rId17" Type="http://schemas.openxmlformats.org/officeDocument/2006/relationships/font" Target="fonts/NunitoSans-regular.fntdata"/><Relationship Id="rId16" Type="http://schemas.openxmlformats.org/officeDocument/2006/relationships/font" Target="fonts/Montserrat-boldItalic.fntdata"/><Relationship Id="rId5" Type="http://schemas.openxmlformats.org/officeDocument/2006/relationships/slide" Target="slides/slide1.xml"/><Relationship Id="rId19" Type="http://schemas.openxmlformats.org/officeDocument/2006/relationships/font" Target="fonts/NunitoSans-italic.fntdata"/><Relationship Id="rId6" Type="http://schemas.openxmlformats.org/officeDocument/2006/relationships/slide" Target="slides/slide2.xml"/><Relationship Id="rId18" Type="http://schemas.openxmlformats.org/officeDocument/2006/relationships/font" Target="fonts/NunitoSans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f9bca7d2e9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g3f9bca7d2e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f9dec41978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g3f9dec41978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h62d7cb8dea716fd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h62d7cb8dea716fd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f9d5485513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g3f9d5485513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51"/>
          <p:cNvSpPr/>
          <p:nvPr/>
        </p:nvSpPr>
        <p:spPr>
          <a:xfrm>
            <a:off x="0" y="3737865"/>
            <a:ext cx="2288049" cy="1405603"/>
          </a:xfrm>
          <a:custGeom>
            <a:rect b="b" l="l" r="r" t="t"/>
            <a:pathLst>
              <a:path extrusionOk="0" h="36755" w="59830">
                <a:moveTo>
                  <a:pt x="1" y="0"/>
                </a:moveTo>
                <a:lnTo>
                  <a:pt x="1" y="36755"/>
                </a:lnTo>
                <a:lnTo>
                  <a:pt x="59830" y="36755"/>
                </a:lnTo>
                <a:lnTo>
                  <a:pt x="54877" y="25301"/>
                </a:lnTo>
                <a:cubicBezTo>
                  <a:pt x="49471" y="12788"/>
                  <a:pt x="37768" y="4132"/>
                  <a:pt x="24218" y="2655"/>
                </a:cubicBezTo>
                <a:lnTo>
                  <a:pt x="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51"/>
          <p:cNvSpPr/>
          <p:nvPr/>
        </p:nvSpPr>
        <p:spPr>
          <a:xfrm rot="-5400000">
            <a:off x="4035678" y="-601923"/>
            <a:ext cx="1199426" cy="2403326"/>
          </a:xfrm>
          <a:custGeom>
            <a:rect b="b" l="l" r="r" t="t"/>
            <a:pathLst>
              <a:path extrusionOk="0" h="75749" w="37804">
                <a:moveTo>
                  <a:pt x="37803" y="1"/>
                </a:moveTo>
                <a:cubicBezTo>
                  <a:pt x="16920" y="48"/>
                  <a:pt x="1" y="16979"/>
                  <a:pt x="1" y="37874"/>
                </a:cubicBezTo>
                <a:cubicBezTo>
                  <a:pt x="1" y="58770"/>
                  <a:pt x="16920" y="75712"/>
                  <a:pt x="37803" y="75748"/>
                </a:cubicBezTo>
                <a:lnTo>
                  <a:pt x="37803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51"/>
          <p:cNvSpPr txBox="1"/>
          <p:nvPr>
            <p:ph type="ctrTitle"/>
          </p:nvPr>
        </p:nvSpPr>
        <p:spPr>
          <a:xfrm>
            <a:off x="713100" y="744575"/>
            <a:ext cx="37764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51"/>
          <p:cNvSpPr txBox="1"/>
          <p:nvPr>
            <p:ph idx="1" type="subTitle"/>
          </p:nvPr>
        </p:nvSpPr>
        <p:spPr>
          <a:xfrm>
            <a:off x="713100" y="2797175"/>
            <a:ext cx="22860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53"/>
          <p:cNvSpPr/>
          <p:nvPr/>
        </p:nvSpPr>
        <p:spPr>
          <a:xfrm>
            <a:off x="0" y="2178050"/>
            <a:ext cx="7062687" cy="2965494"/>
          </a:xfrm>
          <a:custGeom>
            <a:rect b="b" l="l" r="r" t="t"/>
            <a:pathLst>
              <a:path extrusionOk="0" h="38994" w="92869">
                <a:moveTo>
                  <a:pt x="0" y="0"/>
                </a:moveTo>
                <a:lnTo>
                  <a:pt x="0" y="38993"/>
                </a:lnTo>
                <a:lnTo>
                  <a:pt x="92869" y="38993"/>
                </a:lnTo>
                <a:cubicBezTo>
                  <a:pt x="92869" y="17455"/>
                  <a:pt x="75414" y="0"/>
                  <a:pt x="5387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53"/>
          <p:cNvSpPr/>
          <p:nvPr/>
        </p:nvSpPr>
        <p:spPr>
          <a:xfrm rot="10800000">
            <a:off x="6855950" y="-10"/>
            <a:ext cx="2288049" cy="1405603"/>
          </a:xfrm>
          <a:custGeom>
            <a:rect b="b" l="l" r="r" t="t"/>
            <a:pathLst>
              <a:path extrusionOk="0" h="36755" w="59830">
                <a:moveTo>
                  <a:pt x="1" y="0"/>
                </a:moveTo>
                <a:lnTo>
                  <a:pt x="1" y="36755"/>
                </a:lnTo>
                <a:lnTo>
                  <a:pt x="59830" y="36755"/>
                </a:lnTo>
                <a:lnTo>
                  <a:pt x="54877" y="25301"/>
                </a:lnTo>
                <a:cubicBezTo>
                  <a:pt x="49471" y="12788"/>
                  <a:pt x="37768" y="4132"/>
                  <a:pt x="24218" y="2655"/>
                </a:cubicBezTo>
                <a:lnTo>
                  <a:pt x="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53"/>
          <p:cNvSpPr txBox="1"/>
          <p:nvPr>
            <p:ph type="title"/>
          </p:nvPr>
        </p:nvSpPr>
        <p:spPr>
          <a:xfrm>
            <a:off x="713100" y="368825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17" name="Google Shape;17;p53"/>
          <p:cNvSpPr txBox="1"/>
          <p:nvPr>
            <p:ph idx="1" type="subTitle"/>
          </p:nvPr>
        </p:nvSpPr>
        <p:spPr>
          <a:xfrm>
            <a:off x="1483225" y="1527500"/>
            <a:ext cx="25878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8" name="Google Shape;18;p53"/>
          <p:cNvSpPr txBox="1"/>
          <p:nvPr>
            <p:ph idx="2" type="subTitle"/>
          </p:nvPr>
        </p:nvSpPr>
        <p:spPr>
          <a:xfrm>
            <a:off x="1483225" y="1873189"/>
            <a:ext cx="25878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3"/>
          <p:cNvSpPr txBox="1"/>
          <p:nvPr>
            <p:ph idx="3" type="title"/>
          </p:nvPr>
        </p:nvSpPr>
        <p:spPr>
          <a:xfrm>
            <a:off x="996825" y="1185863"/>
            <a:ext cx="539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53"/>
          <p:cNvSpPr txBox="1"/>
          <p:nvPr>
            <p:ph idx="4" type="subTitle"/>
          </p:nvPr>
        </p:nvSpPr>
        <p:spPr>
          <a:xfrm>
            <a:off x="5365375" y="1527500"/>
            <a:ext cx="25878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1" name="Google Shape;21;p53"/>
          <p:cNvSpPr txBox="1"/>
          <p:nvPr>
            <p:ph idx="5" type="subTitle"/>
          </p:nvPr>
        </p:nvSpPr>
        <p:spPr>
          <a:xfrm>
            <a:off x="5365375" y="1873189"/>
            <a:ext cx="25878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3"/>
          <p:cNvSpPr txBox="1"/>
          <p:nvPr>
            <p:ph idx="6" type="title"/>
          </p:nvPr>
        </p:nvSpPr>
        <p:spPr>
          <a:xfrm>
            <a:off x="4878975" y="1185863"/>
            <a:ext cx="539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53"/>
          <p:cNvSpPr txBox="1"/>
          <p:nvPr>
            <p:ph idx="7" type="subTitle"/>
          </p:nvPr>
        </p:nvSpPr>
        <p:spPr>
          <a:xfrm>
            <a:off x="1483225" y="3310050"/>
            <a:ext cx="25878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4" name="Google Shape;24;p53"/>
          <p:cNvSpPr txBox="1"/>
          <p:nvPr>
            <p:ph idx="8" type="subTitle"/>
          </p:nvPr>
        </p:nvSpPr>
        <p:spPr>
          <a:xfrm>
            <a:off x="1483225" y="3655739"/>
            <a:ext cx="25878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3"/>
          <p:cNvSpPr txBox="1"/>
          <p:nvPr>
            <p:ph idx="9" type="title"/>
          </p:nvPr>
        </p:nvSpPr>
        <p:spPr>
          <a:xfrm>
            <a:off x="996825" y="2968413"/>
            <a:ext cx="539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6" name="Google Shape;26;p53"/>
          <p:cNvSpPr txBox="1"/>
          <p:nvPr>
            <p:ph idx="13" type="subTitle"/>
          </p:nvPr>
        </p:nvSpPr>
        <p:spPr>
          <a:xfrm>
            <a:off x="5365375" y="3310050"/>
            <a:ext cx="25878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7" name="Google Shape;27;p53"/>
          <p:cNvSpPr txBox="1"/>
          <p:nvPr>
            <p:ph idx="14" type="subTitle"/>
          </p:nvPr>
        </p:nvSpPr>
        <p:spPr>
          <a:xfrm>
            <a:off x="5365375" y="3655739"/>
            <a:ext cx="25878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3"/>
          <p:cNvSpPr txBox="1"/>
          <p:nvPr>
            <p:ph idx="15" type="title"/>
          </p:nvPr>
        </p:nvSpPr>
        <p:spPr>
          <a:xfrm>
            <a:off x="4878975" y="2968413"/>
            <a:ext cx="539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4"/>
          <p:cNvSpPr/>
          <p:nvPr/>
        </p:nvSpPr>
        <p:spPr>
          <a:xfrm flipH="1">
            <a:off x="5373509" y="2780100"/>
            <a:ext cx="3795166" cy="2363438"/>
          </a:xfrm>
          <a:custGeom>
            <a:rect b="b" l="l" r="r" t="t"/>
            <a:pathLst>
              <a:path extrusionOk="0" h="36755" w="59830">
                <a:moveTo>
                  <a:pt x="1" y="0"/>
                </a:moveTo>
                <a:lnTo>
                  <a:pt x="1" y="36755"/>
                </a:lnTo>
                <a:lnTo>
                  <a:pt x="59830" y="36755"/>
                </a:lnTo>
                <a:lnTo>
                  <a:pt x="54877" y="25301"/>
                </a:lnTo>
                <a:cubicBezTo>
                  <a:pt x="49471" y="12788"/>
                  <a:pt x="37768" y="4132"/>
                  <a:pt x="24218" y="2655"/>
                </a:cubicBezTo>
                <a:lnTo>
                  <a:pt x="1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54"/>
          <p:cNvSpPr txBox="1"/>
          <p:nvPr>
            <p:ph type="title"/>
          </p:nvPr>
        </p:nvSpPr>
        <p:spPr>
          <a:xfrm>
            <a:off x="4683300" y="1637475"/>
            <a:ext cx="33468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32" name="Google Shape;32;p54"/>
          <p:cNvSpPr txBox="1"/>
          <p:nvPr>
            <p:ph idx="1" type="subTitle"/>
          </p:nvPr>
        </p:nvSpPr>
        <p:spPr>
          <a:xfrm>
            <a:off x="4683300" y="2221425"/>
            <a:ext cx="33468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8"/>
          <p:cNvSpPr/>
          <p:nvPr/>
        </p:nvSpPr>
        <p:spPr>
          <a:xfrm>
            <a:off x="0" y="4681276"/>
            <a:ext cx="1104905" cy="462210"/>
          </a:xfrm>
          <a:custGeom>
            <a:rect b="b" l="l" r="r" t="t"/>
            <a:pathLst>
              <a:path extrusionOk="0" h="47626" w="113849">
                <a:moveTo>
                  <a:pt x="1" y="1"/>
                </a:moveTo>
                <a:lnTo>
                  <a:pt x="1" y="47625"/>
                </a:lnTo>
                <a:lnTo>
                  <a:pt x="113848" y="47625"/>
                </a:lnTo>
                <a:lnTo>
                  <a:pt x="113848" y="37708"/>
                </a:lnTo>
                <a:cubicBezTo>
                  <a:pt x="113848" y="25956"/>
                  <a:pt x="105264" y="15967"/>
                  <a:pt x="93643" y="14205"/>
                </a:cubicBezTo>
                <a:lnTo>
                  <a:pt x="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58"/>
          <p:cNvSpPr/>
          <p:nvPr/>
        </p:nvSpPr>
        <p:spPr>
          <a:xfrm rot="10800000">
            <a:off x="8202276" y="26"/>
            <a:ext cx="941724" cy="578524"/>
          </a:xfrm>
          <a:custGeom>
            <a:rect b="b" l="l" r="r" t="t"/>
            <a:pathLst>
              <a:path extrusionOk="0" h="36755" w="59830">
                <a:moveTo>
                  <a:pt x="1" y="0"/>
                </a:moveTo>
                <a:lnTo>
                  <a:pt x="1" y="36755"/>
                </a:lnTo>
                <a:lnTo>
                  <a:pt x="59830" y="36755"/>
                </a:lnTo>
                <a:lnTo>
                  <a:pt x="54877" y="25301"/>
                </a:lnTo>
                <a:cubicBezTo>
                  <a:pt x="49471" y="12788"/>
                  <a:pt x="37768" y="4132"/>
                  <a:pt x="24218" y="2655"/>
                </a:cubicBezTo>
                <a:lnTo>
                  <a:pt x="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58"/>
          <p:cNvSpPr txBox="1"/>
          <p:nvPr>
            <p:ph type="title"/>
          </p:nvPr>
        </p:nvSpPr>
        <p:spPr>
          <a:xfrm>
            <a:off x="713100" y="368825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3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1"/>
          <p:cNvSpPr/>
          <p:nvPr/>
        </p:nvSpPr>
        <p:spPr>
          <a:xfrm>
            <a:off x="7050" y="7050"/>
            <a:ext cx="25752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61"/>
          <p:cNvSpPr txBox="1"/>
          <p:nvPr>
            <p:ph type="title"/>
          </p:nvPr>
        </p:nvSpPr>
        <p:spPr>
          <a:xfrm>
            <a:off x="4501450" y="368825"/>
            <a:ext cx="3929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40" name="Google Shape;40;p61"/>
          <p:cNvSpPr/>
          <p:nvPr/>
        </p:nvSpPr>
        <p:spPr>
          <a:xfrm flipH="1">
            <a:off x="6752146" y="3626549"/>
            <a:ext cx="2391854" cy="1528549"/>
          </a:xfrm>
          <a:custGeom>
            <a:rect b="b" l="l" r="r" t="t"/>
            <a:pathLst>
              <a:path extrusionOk="0" h="36755" w="59830">
                <a:moveTo>
                  <a:pt x="1" y="0"/>
                </a:moveTo>
                <a:lnTo>
                  <a:pt x="1" y="36755"/>
                </a:lnTo>
                <a:lnTo>
                  <a:pt x="59830" y="36755"/>
                </a:lnTo>
                <a:lnTo>
                  <a:pt x="54877" y="25301"/>
                </a:lnTo>
                <a:cubicBezTo>
                  <a:pt x="49471" y="12788"/>
                  <a:pt x="37768" y="4132"/>
                  <a:pt x="24218" y="2655"/>
                </a:cubicBezTo>
                <a:lnTo>
                  <a:pt x="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61"/>
          <p:cNvSpPr txBox="1"/>
          <p:nvPr>
            <p:ph idx="1" type="subTitle"/>
          </p:nvPr>
        </p:nvSpPr>
        <p:spPr>
          <a:xfrm>
            <a:off x="4651476" y="1395647"/>
            <a:ext cx="16002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42" name="Google Shape;42;p61"/>
          <p:cNvSpPr txBox="1"/>
          <p:nvPr>
            <p:ph idx="2" type="subTitle"/>
          </p:nvPr>
        </p:nvSpPr>
        <p:spPr>
          <a:xfrm>
            <a:off x="4651476" y="1741286"/>
            <a:ext cx="16002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1"/>
          <p:cNvSpPr txBox="1"/>
          <p:nvPr>
            <p:ph idx="3" type="subTitle"/>
          </p:nvPr>
        </p:nvSpPr>
        <p:spPr>
          <a:xfrm>
            <a:off x="6682126" y="1395647"/>
            <a:ext cx="16002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44" name="Google Shape;44;p61"/>
          <p:cNvSpPr txBox="1"/>
          <p:nvPr>
            <p:ph idx="4" type="subTitle"/>
          </p:nvPr>
        </p:nvSpPr>
        <p:spPr>
          <a:xfrm>
            <a:off x="6682126" y="1741286"/>
            <a:ext cx="16002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1"/>
          <p:cNvSpPr txBox="1"/>
          <p:nvPr>
            <p:ph idx="5" type="subTitle"/>
          </p:nvPr>
        </p:nvSpPr>
        <p:spPr>
          <a:xfrm>
            <a:off x="4651476" y="3048047"/>
            <a:ext cx="16002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46" name="Google Shape;46;p61"/>
          <p:cNvSpPr txBox="1"/>
          <p:nvPr>
            <p:ph idx="6" type="subTitle"/>
          </p:nvPr>
        </p:nvSpPr>
        <p:spPr>
          <a:xfrm>
            <a:off x="4651476" y="3393686"/>
            <a:ext cx="16002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1"/>
          <p:cNvSpPr txBox="1"/>
          <p:nvPr>
            <p:ph idx="7" type="subTitle"/>
          </p:nvPr>
        </p:nvSpPr>
        <p:spPr>
          <a:xfrm>
            <a:off x="6682126" y="3048047"/>
            <a:ext cx="16002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48" name="Google Shape;48;p61"/>
          <p:cNvSpPr txBox="1"/>
          <p:nvPr>
            <p:ph idx="8" type="subTitle"/>
          </p:nvPr>
        </p:nvSpPr>
        <p:spPr>
          <a:xfrm>
            <a:off x="6682126" y="3393686"/>
            <a:ext cx="16002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5"/>
          <p:cNvSpPr/>
          <p:nvPr/>
        </p:nvSpPr>
        <p:spPr>
          <a:xfrm rot="10800000">
            <a:off x="5583942" y="-5635"/>
            <a:ext cx="3560058" cy="1853485"/>
          </a:xfrm>
          <a:custGeom>
            <a:rect b="b" l="l" r="r" t="t"/>
            <a:pathLst>
              <a:path extrusionOk="0" h="47626" w="113849">
                <a:moveTo>
                  <a:pt x="1" y="1"/>
                </a:moveTo>
                <a:lnTo>
                  <a:pt x="1" y="47625"/>
                </a:lnTo>
                <a:lnTo>
                  <a:pt x="113848" y="47625"/>
                </a:lnTo>
                <a:lnTo>
                  <a:pt x="113848" y="37708"/>
                </a:lnTo>
                <a:cubicBezTo>
                  <a:pt x="113848" y="25956"/>
                  <a:pt x="105264" y="15967"/>
                  <a:pt x="93643" y="14205"/>
                </a:cubicBezTo>
                <a:lnTo>
                  <a:pt x="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55"/>
          <p:cNvSpPr txBox="1"/>
          <p:nvPr>
            <p:ph type="title"/>
          </p:nvPr>
        </p:nvSpPr>
        <p:spPr>
          <a:xfrm>
            <a:off x="713100" y="368825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52" name="Google Shape;52;p55"/>
          <p:cNvSpPr txBox="1"/>
          <p:nvPr>
            <p:ph idx="1" type="subTitle"/>
          </p:nvPr>
        </p:nvSpPr>
        <p:spPr>
          <a:xfrm>
            <a:off x="903676" y="1256259"/>
            <a:ext cx="20757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3" name="Google Shape;53;p55"/>
          <p:cNvSpPr txBox="1"/>
          <p:nvPr>
            <p:ph idx="2" type="subTitle"/>
          </p:nvPr>
        </p:nvSpPr>
        <p:spPr>
          <a:xfrm>
            <a:off x="905626" y="1600762"/>
            <a:ext cx="20757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55"/>
          <p:cNvSpPr txBox="1"/>
          <p:nvPr>
            <p:ph idx="3" type="subTitle"/>
          </p:nvPr>
        </p:nvSpPr>
        <p:spPr>
          <a:xfrm>
            <a:off x="3535126" y="1256259"/>
            <a:ext cx="20757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5" name="Google Shape;55;p55"/>
          <p:cNvSpPr txBox="1"/>
          <p:nvPr>
            <p:ph idx="4" type="subTitle"/>
          </p:nvPr>
        </p:nvSpPr>
        <p:spPr>
          <a:xfrm>
            <a:off x="3535126" y="1600762"/>
            <a:ext cx="20757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5"/>
          <p:cNvSpPr txBox="1"/>
          <p:nvPr>
            <p:ph idx="5" type="subTitle"/>
          </p:nvPr>
        </p:nvSpPr>
        <p:spPr>
          <a:xfrm>
            <a:off x="6164625" y="1256259"/>
            <a:ext cx="20757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7" name="Google Shape;57;p55"/>
          <p:cNvSpPr txBox="1"/>
          <p:nvPr>
            <p:ph idx="6" type="subTitle"/>
          </p:nvPr>
        </p:nvSpPr>
        <p:spPr>
          <a:xfrm>
            <a:off x="6164625" y="1600762"/>
            <a:ext cx="20757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55"/>
          <p:cNvSpPr txBox="1"/>
          <p:nvPr>
            <p:ph idx="7" type="subTitle"/>
          </p:nvPr>
        </p:nvSpPr>
        <p:spPr>
          <a:xfrm>
            <a:off x="905626" y="3087559"/>
            <a:ext cx="20757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9" name="Google Shape;59;p55"/>
          <p:cNvSpPr txBox="1"/>
          <p:nvPr>
            <p:ph idx="8" type="subTitle"/>
          </p:nvPr>
        </p:nvSpPr>
        <p:spPr>
          <a:xfrm>
            <a:off x="905626" y="3432062"/>
            <a:ext cx="20757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5"/>
          <p:cNvSpPr txBox="1"/>
          <p:nvPr>
            <p:ph idx="9" type="subTitle"/>
          </p:nvPr>
        </p:nvSpPr>
        <p:spPr>
          <a:xfrm>
            <a:off x="3535126" y="3087559"/>
            <a:ext cx="20757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61" name="Google Shape;61;p55"/>
          <p:cNvSpPr txBox="1"/>
          <p:nvPr>
            <p:ph idx="13" type="subTitle"/>
          </p:nvPr>
        </p:nvSpPr>
        <p:spPr>
          <a:xfrm>
            <a:off x="3535126" y="3432062"/>
            <a:ext cx="20757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55"/>
          <p:cNvSpPr txBox="1"/>
          <p:nvPr>
            <p:ph idx="14" type="subTitle"/>
          </p:nvPr>
        </p:nvSpPr>
        <p:spPr>
          <a:xfrm>
            <a:off x="6164625" y="3087559"/>
            <a:ext cx="20757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63" name="Google Shape;63;p55"/>
          <p:cNvSpPr txBox="1"/>
          <p:nvPr>
            <p:ph idx="15" type="subTitle"/>
          </p:nvPr>
        </p:nvSpPr>
        <p:spPr>
          <a:xfrm>
            <a:off x="6164625" y="3432062"/>
            <a:ext cx="20757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2">
  <p:cSld name="CUSTOM_6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6"/>
          <p:cNvSpPr/>
          <p:nvPr/>
        </p:nvSpPr>
        <p:spPr>
          <a:xfrm flipH="1" rot="10800000">
            <a:off x="0" y="-25"/>
            <a:ext cx="3795166" cy="2363438"/>
          </a:xfrm>
          <a:custGeom>
            <a:rect b="b" l="l" r="r" t="t"/>
            <a:pathLst>
              <a:path extrusionOk="0" h="36755" w="59830">
                <a:moveTo>
                  <a:pt x="1" y="0"/>
                </a:moveTo>
                <a:lnTo>
                  <a:pt x="1" y="36755"/>
                </a:lnTo>
                <a:lnTo>
                  <a:pt x="59830" y="36755"/>
                </a:lnTo>
                <a:lnTo>
                  <a:pt x="54877" y="25301"/>
                </a:lnTo>
                <a:cubicBezTo>
                  <a:pt x="49471" y="12788"/>
                  <a:pt x="37768" y="4132"/>
                  <a:pt x="24218" y="2655"/>
                </a:cubicBezTo>
                <a:lnTo>
                  <a:pt x="1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66"/>
          <p:cNvSpPr txBox="1"/>
          <p:nvPr>
            <p:ph type="title"/>
          </p:nvPr>
        </p:nvSpPr>
        <p:spPr>
          <a:xfrm>
            <a:off x="1111950" y="728188"/>
            <a:ext cx="33468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67" name="Google Shape;67;p66"/>
          <p:cNvSpPr txBox="1"/>
          <p:nvPr>
            <p:ph idx="1" type="subTitle"/>
          </p:nvPr>
        </p:nvSpPr>
        <p:spPr>
          <a:xfrm>
            <a:off x="1111951" y="1331865"/>
            <a:ext cx="33468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2"/>
          <p:cNvSpPr/>
          <p:nvPr/>
        </p:nvSpPr>
        <p:spPr>
          <a:xfrm>
            <a:off x="0" y="0"/>
            <a:ext cx="783234" cy="783234"/>
          </a:xfrm>
          <a:custGeom>
            <a:rect b="b" l="l" r="r" t="t"/>
            <a:pathLst>
              <a:path extrusionOk="0" h="47780" w="47780">
                <a:moveTo>
                  <a:pt x="0" y="0"/>
                </a:moveTo>
                <a:lnTo>
                  <a:pt x="0" y="47780"/>
                </a:lnTo>
                <a:lnTo>
                  <a:pt x="9382" y="47780"/>
                </a:lnTo>
                <a:cubicBezTo>
                  <a:pt x="30587" y="47780"/>
                  <a:pt x="47780" y="30587"/>
                  <a:pt x="47780" y="9382"/>
                </a:cubicBezTo>
                <a:lnTo>
                  <a:pt x="4778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52"/>
          <p:cNvSpPr/>
          <p:nvPr/>
        </p:nvSpPr>
        <p:spPr>
          <a:xfrm flipH="1">
            <a:off x="7436601" y="4703625"/>
            <a:ext cx="1707399" cy="439865"/>
          </a:xfrm>
          <a:custGeom>
            <a:rect b="b" l="l" r="r" t="t"/>
            <a:pathLst>
              <a:path extrusionOk="0" h="36755" w="59830">
                <a:moveTo>
                  <a:pt x="1" y="0"/>
                </a:moveTo>
                <a:lnTo>
                  <a:pt x="1" y="36755"/>
                </a:lnTo>
                <a:lnTo>
                  <a:pt x="59830" y="36755"/>
                </a:lnTo>
                <a:lnTo>
                  <a:pt x="54877" y="25301"/>
                </a:lnTo>
                <a:cubicBezTo>
                  <a:pt x="49471" y="12788"/>
                  <a:pt x="37768" y="4132"/>
                  <a:pt x="24218" y="2655"/>
                </a:cubicBezTo>
                <a:lnTo>
                  <a:pt x="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52"/>
          <p:cNvSpPr txBox="1"/>
          <p:nvPr>
            <p:ph type="title"/>
          </p:nvPr>
        </p:nvSpPr>
        <p:spPr>
          <a:xfrm>
            <a:off x="713100" y="368825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72" name="Google Shape;72;p52"/>
          <p:cNvSpPr txBox="1"/>
          <p:nvPr>
            <p:ph idx="1" type="body"/>
          </p:nvPr>
        </p:nvSpPr>
        <p:spPr>
          <a:xfrm>
            <a:off x="713100" y="1152475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2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6"/>
          <p:cNvSpPr/>
          <p:nvPr/>
        </p:nvSpPr>
        <p:spPr>
          <a:xfrm>
            <a:off x="-100" y="2490600"/>
            <a:ext cx="9144000" cy="265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56"/>
          <p:cNvSpPr txBox="1"/>
          <p:nvPr>
            <p:ph idx="1" type="subTitle"/>
          </p:nvPr>
        </p:nvSpPr>
        <p:spPr>
          <a:xfrm>
            <a:off x="879901" y="2252684"/>
            <a:ext cx="20757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6" name="Google Shape;76;p56"/>
          <p:cNvSpPr txBox="1"/>
          <p:nvPr>
            <p:ph idx="2" type="subTitle"/>
          </p:nvPr>
        </p:nvSpPr>
        <p:spPr>
          <a:xfrm>
            <a:off x="879901" y="2597187"/>
            <a:ext cx="20757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6"/>
          <p:cNvSpPr txBox="1"/>
          <p:nvPr>
            <p:ph type="title"/>
          </p:nvPr>
        </p:nvSpPr>
        <p:spPr>
          <a:xfrm>
            <a:off x="713100" y="368825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78" name="Google Shape;78;p56"/>
          <p:cNvSpPr txBox="1"/>
          <p:nvPr>
            <p:ph idx="3" type="subTitle"/>
          </p:nvPr>
        </p:nvSpPr>
        <p:spPr>
          <a:xfrm>
            <a:off x="3535126" y="2252684"/>
            <a:ext cx="20757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9" name="Google Shape;79;p56"/>
          <p:cNvSpPr txBox="1"/>
          <p:nvPr>
            <p:ph idx="4" type="subTitle"/>
          </p:nvPr>
        </p:nvSpPr>
        <p:spPr>
          <a:xfrm>
            <a:off x="3535126" y="2597187"/>
            <a:ext cx="20757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6"/>
          <p:cNvSpPr txBox="1"/>
          <p:nvPr>
            <p:ph idx="5" type="subTitle"/>
          </p:nvPr>
        </p:nvSpPr>
        <p:spPr>
          <a:xfrm>
            <a:off x="6190351" y="2252684"/>
            <a:ext cx="20757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1" name="Google Shape;81;p56"/>
          <p:cNvSpPr txBox="1"/>
          <p:nvPr>
            <p:ph idx="6" type="subTitle"/>
          </p:nvPr>
        </p:nvSpPr>
        <p:spPr>
          <a:xfrm>
            <a:off x="6190351" y="2597187"/>
            <a:ext cx="20757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7"/>
          <p:cNvSpPr/>
          <p:nvPr/>
        </p:nvSpPr>
        <p:spPr>
          <a:xfrm>
            <a:off x="0" y="0"/>
            <a:ext cx="4649119" cy="4649022"/>
          </a:xfrm>
          <a:custGeom>
            <a:rect b="b" l="l" r="r" t="t"/>
            <a:pathLst>
              <a:path extrusionOk="0" h="48078" w="48079">
                <a:moveTo>
                  <a:pt x="1" y="0"/>
                </a:moveTo>
                <a:lnTo>
                  <a:pt x="1" y="48077"/>
                </a:lnTo>
                <a:lnTo>
                  <a:pt x="14562" y="48077"/>
                </a:lnTo>
                <a:cubicBezTo>
                  <a:pt x="33064" y="48077"/>
                  <a:pt x="48078" y="33064"/>
                  <a:pt x="48078" y="14561"/>
                </a:cubicBezTo>
                <a:lnTo>
                  <a:pt x="48078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57"/>
          <p:cNvSpPr/>
          <p:nvPr/>
        </p:nvSpPr>
        <p:spPr>
          <a:xfrm rot="10800000">
            <a:off x="5820184" y="1819684"/>
            <a:ext cx="3323816" cy="3323816"/>
          </a:xfrm>
          <a:custGeom>
            <a:rect b="b" l="l" r="r" t="t"/>
            <a:pathLst>
              <a:path extrusionOk="0" h="47780" w="47780">
                <a:moveTo>
                  <a:pt x="0" y="0"/>
                </a:moveTo>
                <a:lnTo>
                  <a:pt x="0" y="47780"/>
                </a:lnTo>
                <a:lnTo>
                  <a:pt x="9382" y="47780"/>
                </a:lnTo>
                <a:cubicBezTo>
                  <a:pt x="30587" y="47780"/>
                  <a:pt x="47780" y="30587"/>
                  <a:pt x="47780" y="9382"/>
                </a:cubicBezTo>
                <a:lnTo>
                  <a:pt x="4778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57"/>
          <p:cNvSpPr txBox="1"/>
          <p:nvPr>
            <p:ph type="title"/>
          </p:nvPr>
        </p:nvSpPr>
        <p:spPr>
          <a:xfrm>
            <a:off x="3363062" y="1804850"/>
            <a:ext cx="28437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6" name="Google Shape;86;p57"/>
          <p:cNvSpPr txBox="1"/>
          <p:nvPr>
            <p:ph idx="1" type="subTitle"/>
          </p:nvPr>
        </p:nvSpPr>
        <p:spPr>
          <a:xfrm>
            <a:off x="3363062" y="2492925"/>
            <a:ext cx="28437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87" name="Google Shape;87;p57"/>
          <p:cNvSpPr txBox="1"/>
          <p:nvPr>
            <p:ph idx="2" type="title"/>
          </p:nvPr>
        </p:nvSpPr>
        <p:spPr>
          <a:xfrm>
            <a:off x="2448025" y="1222975"/>
            <a:ext cx="7083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9"/>
          <p:cNvSpPr/>
          <p:nvPr/>
        </p:nvSpPr>
        <p:spPr>
          <a:xfrm>
            <a:off x="0" y="2226457"/>
            <a:ext cx="4748408" cy="2917061"/>
          </a:xfrm>
          <a:custGeom>
            <a:rect b="b" l="l" r="r" t="t"/>
            <a:pathLst>
              <a:path extrusionOk="0" h="36755" w="59830">
                <a:moveTo>
                  <a:pt x="1" y="0"/>
                </a:moveTo>
                <a:lnTo>
                  <a:pt x="1" y="36755"/>
                </a:lnTo>
                <a:lnTo>
                  <a:pt x="59830" y="36755"/>
                </a:lnTo>
                <a:lnTo>
                  <a:pt x="54877" y="25301"/>
                </a:lnTo>
                <a:cubicBezTo>
                  <a:pt x="49471" y="12788"/>
                  <a:pt x="37768" y="4132"/>
                  <a:pt x="24218" y="2655"/>
                </a:cubicBezTo>
                <a:lnTo>
                  <a:pt x="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59"/>
          <p:cNvSpPr/>
          <p:nvPr/>
        </p:nvSpPr>
        <p:spPr>
          <a:xfrm>
            <a:off x="8198900" y="368825"/>
            <a:ext cx="945100" cy="1893725"/>
          </a:xfrm>
          <a:custGeom>
            <a:rect b="b" l="l" r="r" t="t"/>
            <a:pathLst>
              <a:path extrusionOk="0" h="75749" w="37804">
                <a:moveTo>
                  <a:pt x="37803" y="1"/>
                </a:moveTo>
                <a:cubicBezTo>
                  <a:pt x="16920" y="48"/>
                  <a:pt x="1" y="16979"/>
                  <a:pt x="1" y="37874"/>
                </a:cubicBezTo>
                <a:cubicBezTo>
                  <a:pt x="1" y="58770"/>
                  <a:pt x="16920" y="75712"/>
                  <a:pt x="37803" y="75748"/>
                </a:cubicBezTo>
                <a:lnTo>
                  <a:pt x="37803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59"/>
          <p:cNvSpPr txBox="1"/>
          <p:nvPr>
            <p:ph type="title"/>
          </p:nvPr>
        </p:nvSpPr>
        <p:spPr>
          <a:xfrm>
            <a:off x="713100" y="368825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92" name="Google Shape;92;p59"/>
          <p:cNvSpPr txBox="1"/>
          <p:nvPr>
            <p:ph idx="1" type="subTitle"/>
          </p:nvPr>
        </p:nvSpPr>
        <p:spPr>
          <a:xfrm>
            <a:off x="1800851" y="4001328"/>
            <a:ext cx="20757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93" name="Google Shape;93;p59"/>
          <p:cNvSpPr txBox="1"/>
          <p:nvPr>
            <p:ph idx="2" type="subTitle"/>
          </p:nvPr>
        </p:nvSpPr>
        <p:spPr>
          <a:xfrm>
            <a:off x="1511025" y="3263112"/>
            <a:ext cx="26517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59"/>
          <p:cNvSpPr txBox="1"/>
          <p:nvPr>
            <p:ph idx="3" type="subTitle"/>
          </p:nvPr>
        </p:nvSpPr>
        <p:spPr>
          <a:xfrm>
            <a:off x="5269276" y="4030434"/>
            <a:ext cx="20757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95" name="Google Shape;95;p59"/>
          <p:cNvSpPr txBox="1"/>
          <p:nvPr>
            <p:ph idx="4" type="subTitle"/>
          </p:nvPr>
        </p:nvSpPr>
        <p:spPr>
          <a:xfrm>
            <a:off x="4979450" y="3263112"/>
            <a:ext cx="26517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0"/>
          <p:cNvSpPr/>
          <p:nvPr/>
        </p:nvSpPr>
        <p:spPr>
          <a:xfrm>
            <a:off x="3837925" y="-125"/>
            <a:ext cx="53061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60"/>
          <p:cNvSpPr txBox="1"/>
          <p:nvPr>
            <p:ph type="title"/>
          </p:nvPr>
        </p:nvSpPr>
        <p:spPr>
          <a:xfrm>
            <a:off x="706350" y="1830475"/>
            <a:ext cx="31635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99" name="Google Shape;99;p60"/>
          <p:cNvSpPr txBox="1"/>
          <p:nvPr>
            <p:ph idx="1" type="body"/>
          </p:nvPr>
        </p:nvSpPr>
        <p:spPr>
          <a:xfrm>
            <a:off x="4572000" y="863425"/>
            <a:ext cx="3849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60"/>
          <p:cNvSpPr/>
          <p:nvPr/>
        </p:nvSpPr>
        <p:spPr>
          <a:xfrm>
            <a:off x="0" y="-125"/>
            <a:ext cx="1412441" cy="1412411"/>
          </a:xfrm>
          <a:custGeom>
            <a:rect b="b" l="l" r="r" t="t"/>
            <a:pathLst>
              <a:path extrusionOk="0" h="48078" w="48079">
                <a:moveTo>
                  <a:pt x="1" y="0"/>
                </a:moveTo>
                <a:lnTo>
                  <a:pt x="1" y="48077"/>
                </a:lnTo>
                <a:lnTo>
                  <a:pt x="14562" y="48077"/>
                </a:lnTo>
                <a:cubicBezTo>
                  <a:pt x="33064" y="48077"/>
                  <a:pt x="48078" y="33064"/>
                  <a:pt x="48078" y="14561"/>
                </a:cubicBezTo>
                <a:lnTo>
                  <a:pt x="48078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60"/>
          <p:cNvSpPr/>
          <p:nvPr/>
        </p:nvSpPr>
        <p:spPr>
          <a:xfrm flipH="1">
            <a:off x="1829881" y="3909750"/>
            <a:ext cx="2008044" cy="1233590"/>
          </a:xfrm>
          <a:custGeom>
            <a:rect b="b" l="l" r="r" t="t"/>
            <a:pathLst>
              <a:path extrusionOk="0" h="36755" w="59830">
                <a:moveTo>
                  <a:pt x="1" y="0"/>
                </a:moveTo>
                <a:lnTo>
                  <a:pt x="1" y="36755"/>
                </a:lnTo>
                <a:lnTo>
                  <a:pt x="59830" y="36755"/>
                </a:lnTo>
                <a:lnTo>
                  <a:pt x="54877" y="25301"/>
                </a:lnTo>
                <a:cubicBezTo>
                  <a:pt x="49471" y="12788"/>
                  <a:pt x="37768" y="4132"/>
                  <a:pt x="24218" y="2655"/>
                </a:cubicBezTo>
                <a:lnTo>
                  <a:pt x="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4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2"/>
          <p:cNvSpPr/>
          <p:nvPr/>
        </p:nvSpPr>
        <p:spPr>
          <a:xfrm>
            <a:off x="6872100" y="211675"/>
            <a:ext cx="2053200" cy="2053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62"/>
          <p:cNvSpPr/>
          <p:nvPr/>
        </p:nvSpPr>
        <p:spPr>
          <a:xfrm>
            <a:off x="0" y="2638775"/>
            <a:ext cx="5987604" cy="2504770"/>
          </a:xfrm>
          <a:custGeom>
            <a:rect b="b" l="l" r="r" t="t"/>
            <a:pathLst>
              <a:path extrusionOk="0" h="47626" w="113849">
                <a:moveTo>
                  <a:pt x="1" y="1"/>
                </a:moveTo>
                <a:lnTo>
                  <a:pt x="1" y="47625"/>
                </a:lnTo>
                <a:lnTo>
                  <a:pt x="113848" y="47625"/>
                </a:lnTo>
                <a:lnTo>
                  <a:pt x="113848" y="37708"/>
                </a:lnTo>
                <a:cubicBezTo>
                  <a:pt x="113848" y="25956"/>
                  <a:pt x="105264" y="15967"/>
                  <a:pt x="93643" y="14205"/>
                </a:cubicBezTo>
                <a:lnTo>
                  <a:pt x="1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62"/>
          <p:cNvSpPr txBox="1"/>
          <p:nvPr>
            <p:ph type="title"/>
          </p:nvPr>
        </p:nvSpPr>
        <p:spPr>
          <a:xfrm>
            <a:off x="3389425" y="3209600"/>
            <a:ext cx="2395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06" name="Google Shape;106;p62"/>
          <p:cNvSpPr txBox="1"/>
          <p:nvPr>
            <p:ph idx="1" type="subTitle"/>
          </p:nvPr>
        </p:nvSpPr>
        <p:spPr>
          <a:xfrm>
            <a:off x="1946725" y="1847200"/>
            <a:ext cx="5285100" cy="12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3"/>
          <p:cNvSpPr/>
          <p:nvPr/>
        </p:nvSpPr>
        <p:spPr>
          <a:xfrm>
            <a:off x="4376975" y="2513100"/>
            <a:ext cx="1206600" cy="1206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63"/>
          <p:cNvSpPr/>
          <p:nvPr/>
        </p:nvSpPr>
        <p:spPr>
          <a:xfrm flipH="1" rot="5400000">
            <a:off x="7427678" y="3427183"/>
            <a:ext cx="1700371" cy="1732264"/>
          </a:xfrm>
          <a:custGeom>
            <a:rect b="b" l="l" r="r" t="t"/>
            <a:pathLst>
              <a:path extrusionOk="0" h="47780" w="47780">
                <a:moveTo>
                  <a:pt x="0" y="0"/>
                </a:moveTo>
                <a:lnTo>
                  <a:pt x="0" y="47780"/>
                </a:lnTo>
                <a:lnTo>
                  <a:pt x="9382" y="47780"/>
                </a:lnTo>
                <a:cubicBezTo>
                  <a:pt x="30587" y="47780"/>
                  <a:pt x="47780" y="30587"/>
                  <a:pt x="47780" y="9382"/>
                </a:cubicBezTo>
                <a:lnTo>
                  <a:pt x="4778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63"/>
          <p:cNvSpPr txBox="1"/>
          <p:nvPr>
            <p:ph type="title"/>
          </p:nvPr>
        </p:nvSpPr>
        <p:spPr>
          <a:xfrm>
            <a:off x="5045400" y="3155125"/>
            <a:ext cx="3163800" cy="12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4"/>
          <p:cNvSpPr/>
          <p:nvPr/>
        </p:nvSpPr>
        <p:spPr>
          <a:xfrm>
            <a:off x="0" y="3737941"/>
            <a:ext cx="2288049" cy="1405603"/>
          </a:xfrm>
          <a:custGeom>
            <a:rect b="b" l="l" r="r" t="t"/>
            <a:pathLst>
              <a:path extrusionOk="0" h="36755" w="59830">
                <a:moveTo>
                  <a:pt x="1" y="0"/>
                </a:moveTo>
                <a:lnTo>
                  <a:pt x="1" y="36755"/>
                </a:lnTo>
                <a:lnTo>
                  <a:pt x="59830" y="36755"/>
                </a:lnTo>
                <a:lnTo>
                  <a:pt x="54877" y="25301"/>
                </a:lnTo>
                <a:cubicBezTo>
                  <a:pt x="49471" y="12788"/>
                  <a:pt x="37768" y="4132"/>
                  <a:pt x="24218" y="2655"/>
                </a:cubicBezTo>
                <a:lnTo>
                  <a:pt x="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64"/>
          <p:cNvSpPr/>
          <p:nvPr/>
        </p:nvSpPr>
        <p:spPr>
          <a:xfrm rot="10800000">
            <a:off x="2081311" y="-10"/>
            <a:ext cx="7062687" cy="2965494"/>
          </a:xfrm>
          <a:custGeom>
            <a:rect b="b" l="l" r="r" t="t"/>
            <a:pathLst>
              <a:path extrusionOk="0" h="38994" w="92869">
                <a:moveTo>
                  <a:pt x="0" y="0"/>
                </a:moveTo>
                <a:lnTo>
                  <a:pt x="0" y="38993"/>
                </a:lnTo>
                <a:lnTo>
                  <a:pt x="92869" y="38993"/>
                </a:lnTo>
                <a:cubicBezTo>
                  <a:pt x="92869" y="17455"/>
                  <a:pt x="75414" y="0"/>
                  <a:pt x="5387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64"/>
          <p:cNvSpPr txBox="1"/>
          <p:nvPr>
            <p:ph hasCustomPrompt="1" type="title"/>
          </p:nvPr>
        </p:nvSpPr>
        <p:spPr>
          <a:xfrm>
            <a:off x="1573725" y="1390525"/>
            <a:ext cx="59985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115" name="Google Shape;115;p64"/>
          <p:cNvSpPr txBox="1"/>
          <p:nvPr>
            <p:ph idx="1" type="subTitle"/>
          </p:nvPr>
        </p:nvSpPr>
        <p:spPr>
          <a:xfrm>
            <a:off x="1571625" y="2570650"/>
            <a:ext cx="5998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with numbers">
  <p:cSld name="CUSTOM_5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5"/>
          <p:cNvSpPr/>
          <p:nvPr/>
        </p:nvSpPr>
        <p:spPr>
          <a:xfrm flipH="1">
            <a:off x="2438403" y="869780"/>
            <a:ext cx="6705597" cy="4285357"/>
          </a:xfrm>
          <a:custGeom>
            <a:rect b="b" l="l" r="r" t="t"/>
            <a:pathLst>
              <a:path extrusionOk="0" h="36755" w="59830">
                <a:moveTo>
                  <a:pt x="1" y="0"/>
                </a:moveTo>
                <a:lnTo>
                  <a:pt x="1" y="36755"/>
                </a:lnTo>
                <a:lnTo>
                  <a:pt x="59830" y="36755"/>
                </a:lnTo>
                <a:lnTo>
                  <a:pt x="54877" y="25301"/>
                </a:lnTo>
                <a:cubicBezTo>
                  <a:pt x="49471" y="12788"/>
                  <a:pt x="37768" y="4132"/>
                  <a:pt x="24218" y="2655"/>
                </a:cubicBezTo>
                <a:lnTo>
                  <a:pt x="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65"/>
          <p:cNvSpPr txBox="1"/>
          <p:nvPr>
            <p:ph type="title"/>
          </p:nvPr>
        </p:nvSpPr>
        <p:spPr>
          <a:xfrm>
            <a:off x="713100" y="368825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119" name="Google Shape;119;p65"/>
          <p:cNvSpPr txBox="1"/>
          <p:nvPr>
            <p:ph idx="1" type="subTitle"/>
          </p:nvPr>
        </p:nvSpPr>
        <p:spPr>
          <a:xfrm>
            <a:off x="1575225" y="2726059"/>
            <a:ext cx="24507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20" name="Google Shape;120;p65"/>
          <p:cNvSpPr txBox="1"/>
          <p:nvPr>
            <p:ph idx="2" type="subTitle"/>
          </p:nvPr>
        </p:nvSpPr>
        <p:spPr>
          <a:xfrm>
            <a:off x="1575225" y="3070562"/>
            <a:ext cx="24507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65"/>
          <p:cNvSpPr txBox="1"/>
          <p:nvPr>
            <p:ph idx="3" type="subTitle"/>
          </p:nvPr>
        </p:nvSpPr>
        <p:spPr>
          <a:xfrm>
            <a:off x="4928850" y="2726059"/>
            <a:ext cx="24507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b="1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22" name="Google Shape;122;p65"/>
          <p:cNvSpPr txBox="1"/>
          <p:nvPr>
            <p:ph idx="4" type="subTitle"/>
          </p:nvPr>
        </p:nvSpPr>
        <p:spPr>
          <a:xfrm>
            <a:off x="4928850" y="3070562"/>
            <a:ext cx="24507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65"/>
          <p:cNvSpPr txBox="1"/>
          <p:nvPr>
            <p:ph idx="5" type="title"/>
          </p:nvPr>
        </p:nvSpPr>
        <p:spPr>
          <a:xfrm>
            <a:off x="1573725" y="1628650"/>
            <a:ext cx="24507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24" name="Google Shape;124;p65"/>
          <p:cNvSpPr txBox="1"/>
          <p:nvPr>
            <p:ph idx="6" type="title"/>
          </p:nvPr>
        </p:nvSpPr>
        <p:spPr>
          <a:xfrm>
            <a:off x="4931850" y="1628650"/>
            <a:ext cx="24507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3">
  <p:cSld name="CUSTOM_7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7"/>
          <p:cNvSpPr/>
          <p:nvPr/>
        </p:nvSpPr>
        <p:spPr>
          <a:xfrm>
            <a:off x="176400" y="218725"/>
            <a:ext cx="1778100" cy="1778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67"/>
          <p:cNvSpPr/>
          <p:nvPr/>
        </p:nvSpPr>
        <p:spPr>
          <a:xfrm flipH="1">
            <a:off x="5524445" y="3629326"/>
            <a:ext cx="3619544" cy="1514150"/>
          </a:xfrm>
          <a:custGeom>
            <a:rect b="b" l="l" r="r" t="t"/>
            <a:pathLst>
              <a:path extrusionOk="0" h="47626" w="113849">
                <a:moveTo>
                  <a:pt x="1" y="1"/>
                </a:moveTo>
                <a:lnTo>
                  <a:pt x="1" y="47625"/>
                </a:lnTo>
                <a:lnTo>
                  <a:pt x="113848" y="47625"/>
                </a:lnTo>
                <a:lnTo>
                  <a:pt x="113848" y="37708"/>
                </a:lnTo>
                <a:cubicBezTo>
                  <a:pt x="113848" y="25956"/>
                  <a:pt x="105264" y="15967"/>
                  <a:pt x="93643" y="14205"/>
                </a:cubicBezTo>
                <a:lnTo>
                  <a:pt x="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67"/>
          <p:cNvSpPr txBox="1"/>
          <p:nvPr>
            <p:ph type="title"/>
          </p:nvPr>
        </p:nvSpPr>
        <p:spPr>
          <a:xfrm>
            <a:off x="5490150" y="751025"/>
            <a:ext cx="24048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129" name="Google Shape;129;p67"/>
          <p:cNvSpPr txBox="1"/>
          <p:nvPr>
            <p:ph idx="1" type="subTitle"/>
          </p:nvPr>
        </p:nvSpPr>
        <p:spPr>
          <a:xfrm>
            <a:off x="5490150" y="1753372"/>
            <a:ext cx="24048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8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8"/>
          <p:cNvSpPr txBox="1"/>
          <p:nvPr>
            <p:ph type="title"/>
          </p:nvPr>
        </p:nvSpPr>
        <p:spPr>
          <a:xfrm>
            <a:off x="713100" y="2620450"/>
            <a:ext cx="2587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32" name="Google Shape;132;p68"/>
          <p:cNvSpPr/>
          <p:nvPr/>
        </p:nvSpPr>
        <p:spPr>
          <a:xfrm rot="10800000">
            <a:off x="5517899" y="2539940"/>
            <a:ext cx="3626091" cy="1517007"/>
          </a:xfrm>
          <a:custGeom>
            <a:rect b="b" l="l" r="r" t="t"/>
            <a:pathLst>
              <a:path extrusionOk="0" h="47626" w="113849">
                <a:moveTo>
                  <a:pt x="1" y="1"/>
                </a:moveTo>
                <a:lnTo>
                  <a:pt x="1" y="47625"/>
                </a:lnTo>
                <a:lnTo>
                  <a:pt x="113848" y="47625"/>
                </a:lnTo>
                <a:lnTo>
                  <a:pt x="113848" y="37708"/>
                </a:lnTo>
                <a:cubicBezTo>
                  <a:pt x="113848" y="25956"/>
                  <a:pt x="105264" y="15967"/>
                  <a:pt x="93643" y="14205"/>
                </a:cubicBezTo>
                <a:lnTo>
                  <a:pt x="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68"/>
          <p:cNvSpPr/>
          <p:nvPr/>
        </p:nvSpPr>
        <p:spPr>
          <a:xfrm>
            <a:off x="0" y="4604100"/>
            <a:ext cx="878005" cy="539380"/>
          </a:xfrm>
          <a:custGeom>
            <a:rect b="b" l="l" r="r" t="t"/>
            <a:pathLst>
              <a:path extrusionOk="0" h="36755" w="59830">
                <a:moveTo>
                  <a:pt x="1" y="0"/>
                </a:moveTo>
                <a:lnTo>
                  <a:pt x="1" y="36755"/>
                </a:lnTo>
                <a:lnTo>
                  <a:pt x="59830" y="36755"/>
                </a:lnTo>
                <a:lnTo>
                  <a:pt x="54877" y="25301"/>
                </a:lnTo>
                <a:cubicBezTo>
                  <a:pt x="49471" y="12788"/>
                  <a:pt x="37768" y="4132"/>
                  <a:pt x="24218" y="2655"/>
                </a:cubicBezTo>
                <a:lnTo>
                  <a:pt x="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68"/>
          <p:cNvSpPr txBox="1"/>
          <p:nvPr/>
        </p:nvSpPr>
        <p:spPr>
          <a:xfrm>
            <a:off x="5045700" y="3443875"/>
            <a:ext cx="33855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CREDITS: This presentation template was created by Slidesgo, including icons by Flaticon, and infographics &amp; images by Freepik </a:t>
            </a:r>
            <a:endParaRPr b="0" i="0" sz="1200" u="none" cap="none" strike="noStrike">
              <a:solidFill>
                <a:srgbClr val="000000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1"/>
          <p:cNvSpPr/>
          <p:nvPr/>
        </p:nvSpPr>
        <p:spPr>
          <a:xfrm rot="10800000">
            <a:off x="7731550" y="3731100"/>
            <a:ext cx="1412441" cy="1412411"/>
          </a:xfrm>
          <a:custGeom>
            <a:rect b="b" l="l" r="r" t="t"/>
            <a:pathLst>
              <a:path extrusionOk="0" h="48078" w="48079">
                <a:moveTo>
                  <a:pt x="1" y="0"/>
                </a:moveTo>
                <a:lnTo>
                  <a:pt x="1" y="48077"/>
                </a:lnTo>
                <a:lnTo>
                  <a:pt x="14562" y="48077"/>
                </a:lnTo>
                <a:cubicBezTo>
                  <a:pt x="33064" y="48077"/>
                  <a:pt x="48078" y="33064"/>
                  <a:pt x="48078" y="14561"/>
                </a:cubicBezTo>
                <a:lnTo>
                  <a:pt x="4807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71"/>
          <p:cNvSpPr/>
          <p:nvPr/>
        </p:nvSpPr>
        <p:spPr>
          <a:xfrm flipH="1" rot="10800000">
            <a:off x="6" y="0"/>
            <a:ext cx="2008044" cy="1233590"/>
          </a:xfrm>
          <a:custGeom>
            <a:rect b="b" l="l" r="r" t="t"/>
            <a:pathLst>
              <a:path extrusionOk="0" h="36755" w="59830">
                <a:moveTo>
                  <a:pt x="1" y="0"/>
                </a:moveTo>
                <a:lnTo>
                  <a:pt x="1" y="36755"/>
                </a:lnTo>
                <a:lnTo>
                  <a:pt x="59830" y="36755"/>
                </a:lnTo>
                <a:lnTo>
                  <a:pt x="54877" y="25301"/>
                </a:lnTo>
                <a:cubicBezTo>
                  <a:pt x="49471" y="12788"/>
                  <a:pt x="37768" y="4132"/>
                  <a:pt x="24218" y="2655"/>
                </a:cubicBezTo>
                <a:lnTo>
                  <a:pt x="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71"/>
          <p:cNvSpPr txBox="1"/>
          <p:nvPr>
            <p:ph idx="1" type="body"/>
          </p:nvPr>
        </p:nvSpPr>
        <p:spPr>
          <a:xfrm>
            <a:off x="713100" y="3999000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21" Type="http://schemas.openxmlformats.org/officeDocument/2006/relationships/theme" Target="../theme/theme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0"/>
          <p:cNvSpPr txBox="1"/>
          <p:nvPr>
            <p:ph type="title"/>
          </p:nvPr>
        </p:nvSpPr>
        <p:spPr>
          <a:xfrm>
            <a:off x="713100" y="368825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ontserrat"/>
              <a:buNone/>
              <a:defRPr b="1" i="0" sz="2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ontserrat"/>
              <a:buNone/>
              <a:defRPr b="1" i="0" sz="2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ontserrat"/>
              <a:buNone/>
              <a:defRPr b="1" i="0" sz="2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ontserrat"/>
              <a:buNone/>
              <a:defRPr b="1" i="0" sz="2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ontserrat"/>
              <a:buNone/>
              <a:defRPr b="1" i="0" sz="2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ontserrat"/>
              <a:buNone/>
              <a:defRPr b="1" i="0" sz="2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ontserrat"/>
              <a:buNone/>
              <a:defRPr b="1" i="0" sz="2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ontserrat"/>
              <a:buNone/>
              <a:defRPr b="1" i="0" sz="2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ontserrat"/>
              <a:buNone/>
              <a:defRPr b="1" i="0" sz="2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50"/>
          <p:cNvSpPr txBox="1"/>
          <p:nvPr>
            <p:ph idx="1" type="body"/>
          </p:nvPr>
        </p:nvSpPr>
        <p:spPr>
          <a:xfrm>
            <a:off x="713100" y="1152475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Char char="●"/>
              <a:defRPr b="0" i="0" sz="1400" u="none" cap="none" strike="noStrike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Char char="○"/>
              <a:defRPr b="0" i="0" sz="1400" u="none" cap="none" strike="noStrike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Char char="■"/>
              <a:defRPr b="0" i="0" sz="1400" u="none" cap="none" strike="noStrike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Char char="●"/>
              <a:defRPr b="0" i="0" sz="1400" u="none" cap="none" strike="noStrike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Char char="○"/>
              <a:defRPr b="0" i="0" sz="1400" u="none" cap="none" strike="noStrike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Char char="■"/>
              <a:defRPr b="0" i="0" sz="1400" u="none" cap="none" strike="noStrike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Char char="●"/>
              <a:defRPr b="0" i="0" sz="1400" u="none" cap="none" strike="noStrike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Char char="○"/>
              <a:defRPr b="0" i="0" sz="1400" u="none" cap="none" strike="noStrike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Char char="■"/>
              <a:defRPr b="0" i="0" sz="1400" u="none" cap="none" strike="noStrike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"/>
          <p:cNvSpPr txBox="1"/>
          <p:nvPr>
            <p:ph type="ctrTitle"/>
          </p:nvPr>
        </p:nvSpPr>
        <p:spPr>
          <a:xfrm>
            <a:off x="270050" y="744550"/>
            <a:ext cx="37764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4500"/>
              <a:t>SeñaText </a:t>
            </a:r>
            <a:endParaRPr sz="4500"/>
          </a:p>
        </p:txBody>
      </p:sp>
      <p:sp>
        <p:nvSpPr>
          <p:cNvPr id="145" name="Google Shape;145;p1"/>
          <p:cNvSpPr txBox="1"/>
          <p:nvPr>
            <p:ph idx="1" type="subTitle"/>
          </p:nvPr>
        </p:nvSpPr>
        <p:spPr>
          <a:xfrm>
            <a:off x="270050" y="1596525"/>
            <a:ext cx="22860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Sistema de apoyo a la comunicación LSCh </a:t>
            </a:r>
            <a:endParaRPr sz="1600"/>
          </a:p>
        </p:txBody>
      </p:sp>
      <p:pic>
        <p:nvPicPr>
          <p:cNvPr id="146" name="Google Shape;146;p1" title="38czwFQJlvZD0N7DlrWgdUTDRHz8ZA.jpg"/>
          <p:cNvPicPr preferRelativeResize="0"/>
          <p:nvPr/>
        </p:nvPicPr>
        <p:blipFill rotWithShape="1">
          <a:blip r:embed="rId3">
            <a:alphaModFix/>
          </a:blip>
          <a:srcRect b="0" l="26721" r="26726" t="0"/>
          <a:stretch/>
        </p:blipFill>
        <p:spPr>
          <a:xfrm>
            <a:off x="4572000" y="0"/>
            <a:ext cx="4572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"/>
          <p:cNvSpPr/>
          <p:nvPr/>
        </p:nvSpPr>
        <p:spPr>
          <a:xfrm rot="-5400000">
            <a:off x="4035678" y="-601923"/>
            <a:ext cx="1199426" cy="2403326"/>
          </a:xfrm>
          <a:custGeom>
            <a:rect b="b" l="l" r="r" t="t"/>
            <a:pathLst>
              <a:path extrusionOk="0" h="75749" w="37804">
                <a:moveTo>
                  <a:pt x="37803" y="1"/>
                </a:moveTo>
                <a:cubicBezTo>
                  <a:pt x="16920" y="48"/>
                  <a:pt x="1" y="16979"/>
                  <a:pt x="1" y="37874"/>
                </a:cubicBezTo>
                <a:cubicBezTo>
                  <a:pt x="1" y="58770"/>
                  <a:pt x="16920" y="75712"/>
                  <a:pt x="37803" y="75748"/>
                </a:cubicBezTo>
                <a:lnTo>
                  <a:pt x="37803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8" name="Google Shape;148;p1"/>
          <p:cNvGrpSpPr/>
          <p:nvPr/>
        </p:nvGrpSpPr>
        <p:grpSpPr>
          <a:xfrm>
            <a:off x="819725" y="3724650"/>
            <a:ext cx="747900" cy="457500"/>
            <a:chOff x="832550" y="3724650"/>
            <a:chExt cx="747900" cy="457500"/>
          </a:xfrm>
        </p:grpSpPr>
        <p:grpSp>
          <p:nvGrpSpPr>
            <p:cNvPr id="149" name="Google Shape;149;p1"/>
            <p:cNvGrpSpPr/>
            <p:nvPr/>
          </p:nvGrpSpPr>
          <p:grpSpPr>
            <a:xfrm>
              <a:off x="832550" y="3724650"/>
              <a:ext cx="747900" cy="457500"/>
              <a:chOff x="832550" y="3724650"/>
              <a:chExt cx="747900" cy="457500"/>
            </a:xfrm>
          </p:grpSpPr>
          <p:sp>
            <p:nvSpPr>
              <p:cNvPr id="150" name="Google Shape;150;p1"/>
              <p:cNvSpPr/>
              <p:nvPr/>
            </p:nvSpPr>
            <p:spPr>
              <a:xfrm>
                <a:off x="832550" y="3724650"/>
                <a:ext cx="747900" cy="457500"/>
              </a:xfrm>
              <a:prstGeom prst="roundRect">
                <a:avLst>
                  <a:gd fmla="val 50000" name="adj"/>
                </a:avLst>
              </a:prstGeom>
              <a:solidFill>
                <a:schemeClr val="accent2"/>
              </a:solidFill>
              <a:ln>
                <a:noFill/>
              </a:ln>
              <a:effectLst>
                <a:outerShdw blurRad="214313" rotWithShape="0" algn="bl" dir="5400000" dist="95250">
                  <a:schemeClr val="accent2">
                    <a:alpha val="2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51" name="Google Shape;151;p1"/>
              <p:cNvGrpSpPr/>
              <p:nvPr/>
            </p:nvGrpSpPr>
            <p:grpSpPr>
              <a:xfrm rot="-5400000">
                <a:off x="1106556" y="3848510"/>
                <a:ext cx="199887" cy="209781"/>
                <a:chOff x="3068825" y="1169625"/>
                <a:chExt cx="90500" cy="94975"/>
              </a:xfrm>
            </p:grpSpPr>
            <p:sp>
              <p:nvSpPr>
                <p:cNvPr id="152" name="Google Shape;152;p1"/>
                <p:cNvSpPr/>
                <p:nvPr/>
              </p:nvSpPr>
              <p:spPr>
                <a:xfrm>
                  <a:off x="3109000" y="1169625"/>
                  <a:ext cx="10150" cy="94975"/>
                </a:xfrm>
                <a:custGeom>
                  <a:rect b="b" l="l" r="r" t="t"/>
                  <a:pathLst>
                    <a:path extrusionOk="0" h="3799" w="406">
                      <a:moveTo>
                        <a:pt x="203" y="0"/>
                      </a:moveTo>
                      <a:cubicBezTo>
                        <a:pt x="96" y="0"/>
                        <a:pt x="1" y="96"/>
                        <a:pt x="1" y="203"/>
                      </a:cubicBezTo>
                      <a:lnTo>
                        <a:pt x="1" y="3596"/>
                      </a:lnTo>
                      <a:cubicBezTo>
                        <a:pt x="1" y="3715"/>
                        <a:pt x="96" y="3798"/>
                        <a:pt x="203" y="3798"/>
                      </a:cubicBezTo>
                      <a:cubicBezTo>
                        <a:pt x="310" y="3798"/>
                        <a:pt x="406" y="3715"/>
                        <a:pt x="406" y="3608"/>
                      </a:cubicBezTo>
                      <a:lnTo>
                        <a:pt x="406" y="203"/>
                      </a:lnTo>
                      <a:cubicBezTo>
                        <a:pt x="406" y="96"/>
                        <a:pt x="310" y="0"/>
                        <a:pt x="20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3" name="Google Shape;153;p1"/>
                <p:cNvSpPr/>
                <p:nvPr/>
              </p:nvSpPr>
              <p:spPr>
                <a:xfrm>
                  <a:off x="3068825" y="1214800"/>
                  <a:ext cx="90500" cy="49800"/>
                </a:xfrm>
                <a:custGeom>
                  <a:rect b="b" l="l" r="r" t="t"/>
                  <a:pathLst>
                    <a:path extrusionOk="0" h="1992" w="3620">
                      <a:moveTo>
                        <a:pt x="221" y="0"/>
                      </a:moveTo>
                      <a:cubicBezTo>
                        <a:pt x="170" y="0"/>
                        <a:pt x="120" y="21"/>
                        <a:pt x="84" y="63"/>
                      </a:cubicBezTo>
                      <a:cubicBezTo>
                        <a:pt x="0" y="134"/>
                        <a:pt x="0" y="265"/>
                        <a:pt x="84" y="348"/>
                      </a:cubicBezTo>
                      <a:lnTo>
                        <a:pt x="1667" y="1932"/>
                      </a:lnTo>
                      <a:cubicBezTo>
                        <a:pt x="1715" y="1979"/>
                        <a:pt x="1763" y="1991"/>
                        <a:pt x="1810" y="1991"/>
                      </a:cubicBezTo>
                      <a:cubicBezTo>
                        <a:pt x="1858" y="1991"/>
                        <a:pt x="1917" y="1979"/>
                        <a:pt x="1953" y="1932"/>
                      </a:cubicBezTo>
                      <a:lnTo>
                        <a:pt x="3537" y="348"/>
                      </a:lnTo>
                      <a:cubicBezTo>
                        <a:pt x="3620" y="265"/>
                        <a:pt x="3620" y="134"/>
                        <a:pt x="3537" y="63"/>
                      </a:cubicBezTo>
                      <a:cubicBezTo>
                        <a:pt x="3501" y="21"/>
                        <a:pt x="3450" y="0"/>
                        <a:pt x="3400" y="0"/>
                      </a:cubicBezTo>
                      <a:cubicBezTo>
                        <a:pt x="3349" y="0"/>
                        <a:pt x="3298" y="21"/>
                        <a:pt x="3263" y="63"/>
                      </a:cubicBezTo>
                      <a:lnTo>
                        <a:pt x="1810" y="1515"/>
                      </a:lnTo>
                      <a:lnTo>
                        <a:pt x="358" y="63"/>
                      </a:lnTo>
                      <a:cubicBezTo>
                        <a:pt x="322" y="21"/>
                        <a:pt x="271" y="0"/>
                        <a:pt x="22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154" name="Google Shape;154;p1"/>
            <p:cNvSpPr/>
            <p:nvPr/>
          </p:nvSpPr>
          <p:spPr>
            <a:xfrm>
              <a:off x="832550" y="3724650"/>
              <a:ext cx="747900" cy="457500"/>
            </a:xfrm>
            <a:prstGeom prst="roundRect">
              <a:avLst>
                <a:gd fmla="val 50000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5" name="Google Shape;155;p1"/>
          <p:cNvSpPr txBox="1"/>
          <p:nvPr>
            <p:ph idx="1" type="subTitle"/>
          </p:nvPr>
        </p:nvSpPr>
        <p:spPr>
          <a:xfrm>
            <a:off x="270050" y="2461200"/>
            <a:ext cx="4302000" cy="9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100"/>
              <a:t>Proyecto APT — Fase 2</a:t>
            </a:r>
            <a:br>
              <a:rPr lang="en" sz="1100"/>
            </a:br>
            <a:r>
              <a:rPr lang="en" sz="1100"/>
              <a:t>Ingeniería en Informática — Duoc UC, Sede Antonio Varas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100"/>
              <a:t>Vicente Tramon · Diego Robert · Ariel Valverde · Martín Quiroga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"/>
          <p:cNvSpPr/>
          <p:nvPr/>
        </p:nvSpPr>
        <p:spPr>
          <a:xfrm>
            <a:off x="5125875" y="1362363"/>
            <a:ext cx="3062100" cy="12969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3"/>
          <p:cNvSpPr/>
          <p:nvPr/>
        </p:nvSpPr>
        <p:spPr>
          <a:xfrm>
            <a:off x="4836575" y="1087013"/>
            <a:ext cx="621000" cy="62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1245325" y="1362363"/>
            <a:ext cx="3062100" cy="12969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  <a:effectLst>
            <a:outerShdw blurRad="228600" rotWithShape="0" algn="bl" dir="5400000" dist="95250">
              <a:schemeClr val="accent2">
                <a:alpha val="25098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3"/>
          <p:cNvSpPr/>
          <p:nvPr/>
        </p:nvSpPr>
        <p:spPr>
          <a:xfrm>
            <a:off x="956025" y="1087013"/>
            <a:ext cx="621000" cy="62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"/>
          <p:cNvSpPr/>
          <p:nvPr/>
        </p:nvSpPr>
        <p:spPr>
          <a:xfrm>
            <a:off x="1245325" y="3144913"/>
            <a:ext cx="3062100" cy="12969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"/>
          <p:cNvSpPr/>
          <p:nvPr/>
        </p:nvSpPr>
        <p:spPr>
          <a:xfrm>
            <a:off x="956025" y="2869563"/>
            <a:ext cx="621000" cy="62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"/>
          <p:cNvSpPr txBox="1"/>
          <p:nvPr>
            <p:ph type="title"/>
          </p:nvPr>
        </p:nvSpPr>
        <p:spPr>
          <a:xfrm>
            <a:off x="713100" y="368825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Indice</a:t>
            </a:r>
            <a:endParaRPr/>
          </a:p>
        </p:txBody>
      </p:sp>
      <p:sp>
        <p:nvSpPr>
          <p:cNvPr id="167" name="Google Shape;167;p3"/>
          <p:cNvSpPr txBox="1"/>
          <p:nvPr>
            <p:ph idx="1" type="subTitle"/>
          </p:nvPr>
        </p:nvSpPr>
        <p:spPr>
          <a:xfrm>
            <a:off x="1483225" y="1362375"/>
            <a:ext cx="25878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>
                <a:solidFill>
                  <a:schemeClr val="lt1"/>
                </a:solidFill>
              </a:rPr>
              <a:t>Necesidad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68" name="Google Shape;168;p3"/>
          <p:cNvSpPr txBox="1"/>
          <p:nvPr>
            <p:ph idx="2" type="subTitle"/>
          </p:nvPr>
        </p:nvSpPr>
        <p:spPr>
          <a:xfrm>
            <a:off x="1483225" y="1782964"/>
            <a:ext cx="25878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Introducción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Contexto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69" name="Google Shape;169;p3"/>
          <p:cNvSpPr txBox="1"/>
          <p:nvPr>
            <p:ph idx="3" type="title"/>
          </p:nvPr>
        </p:nvSpPr>
        <p:spPr>
          <a:xfrm>
            <a:off x="996825" y="1185863"/>
            <a:ext cx="539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>
                <a:solidFill>
                  <a:schemeClr val="lt1"/>
                </a:solidFill>
              </a:rPr>
              <a:t>01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0" name="Google Shape;170;p3"/>
          <p:cNvSpPr txBox="1"/>
          <p:nvPr>
            <p:ph idx="4" type="subTitle"/>
          </p:nvPr>
        </p:nvSpPr>
        <p:spPr>
          <a:xfrm>
            <a:off x="5365375" y="1362375"/>
            <a:ext cx="25878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Desarrollo</a:t>
            </a:r>
            <a:endParaRPr/>
          </a:p>
        </p:txBody>
      </p:sp>
      <p:sp>
        <p:nvSpPr>
          <p:cNvPr id="171" name="Google Shape;171;p3"/>
          <p:cNvSpPr txBox="1"/>
          <p:nvPr>
            <p:ph idx="5" type="subTitle"/>
          </p:nvPr>
        </p:nvSpPr>
        <p:spPr>
          <a:xfrm>
            <a:off x="5418375" y="1782964"/>
            <a:ext cx="25878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Cronograma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Arquitectura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n"/>
              <a:t>Mapa tecnológico</a:t>
            </a:r>
            <a:endParaRPr/>
          </a:p>
        </p:txBody>
      </p:sp>
      <p:sp>
        <p:nvSpPr>
          <p:cNvPr id="172" name="Google Shape;172;p3"/>
          <p:cNvSpPr txBox="1"/>
          <p:nvPr>
            <p:ph idx="6" type="title"/>
          </p:nvPr>
        </p:nvSpPr>
        <p:spPr>
          <a:xfrm>
            <a:off x="4878975" y="1185863"/>
            <a:ext cx="539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>
                <a:solidFill>
                  <a:schemeClr val="lt1"/>
                </a:solidFill>
              </a:rPr>
              <a:t>02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3" name="Google Shape;173;p3"/>
          <p:cNvSpPr txBox="1"/>
          <p:nvPr>
            <p:ph idx="7" type="subTitle"/>
          </p:nvPr>
        </p:nvSpPr>
        <p:spPr>
          <a:xfrm>
            <a:off x="1482475" y="3144925"/>
            <a:ext cx="25878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Cierre</a:t>
            </a:r>
            <a:endParaRPr/>
          </a:p>
        </p:txBody>
      </p:sp>
      <p:sp>
        <p:nvSpPr>
          <p:cNvPr id="174" name="Google Shape;174;p3"/>
          <p:cNvSpPr txBox="1"/>
          <p:nvPr>
            <p:ph idx="8" type="subTitle"/>
          </p:nvPr>
        </p:nvSpPr>
        <p:spPr>
          <a:xfrm>
            <a:off x="1483225" y="3482414"/>
            <a:ext cx="25878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Demo Seña Text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75" name="Google Shape;175;p3"/>
          <p:cNvSpPr txBox="1"/>
          <p:nvPr>
            <p:ph idx="9" type="title"/>
          </p:nvPr>
        </p:nvSpPr>
        <p:spPr>
          <a:xfrm>
            <a:off x="996825" y="2968413"/>
            <a:ext cx="539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>
                <a:solidFill>
                  <a:schemeClr val="lt1"/>
                </a:solidFill>
              </a:rPr>
              <a:t>03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"/>
          <p:cNvSpPr/>
          <p:nvPr/>
        </p:nvSpPr>
        <p:spPr>
          <a:xfrm>
            <a:off x="4286250" y="1389600"/>
            <a:ext cx="4144500" cy="2363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4"/>
          <p:cNvSpPr txBox="1"/>
          <p:nvPr>
            <p:ph idx="1" type="subTitle"/>
          </p:nvPr>
        </p:nvSpPr>
        <p:spPr>
          <a:xfrm>
            <a:off x="4685100" y="2078850"/>
            <a:ext cx="33468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SeñaText es una propuesta de accesibilidad digital orientada a apoyar la comunicación entre personas sordas usuarias de Lengua de Señas Chilena y funcionarios de CESFAM de la Región Metropolitana. </a:t>
            </a:r>
            <a:endParaRPr/>
          </a:p>
        </p:txBody>
      </p:sp>
      <p:sp>
        <p:nvSpPr>
          <p:cNvPr id="182" name="Google Shape;182;p4"/>
          <p:cNvSpPr txBox="1"/>
          <p:nvPr>
            <p:ph type="title"/>
          </p:nvPr>
        </p:nvSpPr>
        <p:spPr>
          <a:xfrm>
            <a:off x="4685100" y="1511850"/>
            <a:ext cx="33468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Introducción</a:t>
            </a:r>
            <a:endParaRPr/>
          </a:p>
        </p:txBody>
      </p:sp>
      <p:sp>
        <p:nvSpPr>
          <p:cNvPr id="183" name="Google Shape;183;p4"/>
          <p:cNvSpPr/>
          <p:nvPr/>
        </p:nvSpPr>
        <p:spPr>
          <a:xfrm>
            <a:off x="3959950" y="1066800"/>
            <a:ext cx="667800" cy="667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4" name="Google Shape;184;p4"/>
          <p:cNvGrpSpPr/>
          <p:nvPr/>
        </p:nvGrpSpPr>
        <p:grpSpPr>
          <a:xfrm>
            <a:off x="4116308" y="1351405"/>
            <a:ext cx="355184" cy="98694"/>
            <a:chOff x="874800" y="1192250"/>
            <a:chExt cx="178925" cy="49725"/>
          </a:xfrm>
        </p:grpSpPr>
        <p:sp>
          <p:nvSpPr>
            <p:cNvPr id="185" name="Google Shape;185;p4"/>
            <p:cNvSpPr/>
            <p:nvPr/>
          </p:nvSpPr>
          <p:spPr>
            <a:xfrm>
              <a:off x="939400" y="1192250"/>
              <a:ext cx="49725" cy="49725"/>
            </a:xfrm>
            <a:custGeom>
              <a:rect b="b" l="l" r="r" t="t"/>
              <a:pathLst>
                <a:path extrusionOk="0" h="1989" w="1989">
                  <a:moveTo>
                    <a:pt x="1000" y="405"/>
                  </a:moveTo>
                  <a:cubicBezTo>
                    <a:pt x="1322" y="405"/>
                    <a:pt x="1596" y="667"/>
                    <a:pt x="1596" y="1000"/>
                  </a:cubicBezTo>
                  <a:cubicBezTo>
                    <a:pt x="1596" y="1322"/>
                    <a:pt x="1322" y="1596"/>
                    <a:pt x="1000" y="1596"/>
                  </a:cubicBezTo>
                  <a:cubicBezTo>
                    <a:pt x="667" y="1596"/>
                    <a:pt x="393" y="1322"/>
                    <a:pt x="393" y="1000"/>
                  </a:cubicBezTo>
                  <a:cubicBezTo>
                    <a:pt x="393" y="667"/>
                    <a:pt x="667" y="405"/>
                    <a:pt x="1000" y="405"/>
                  </a:cubicBezTo>
                  <a:close/>
                  <a:moveTo>
                    <a:pt x="1000" y="0"/>
                  </a:moveTo>
                  <a:cubicBezTo>
                    <a:pt x="441" y="0"/>
                    <a:pt x="0" y="441"/>
                    <a:pt x="0" y="1000"/>
                  </a:cubicBezTo>
                  <a:cubicBezTo>
                    <a:pt x="0" y="1548"/>
                    <a:pt x="441" y="1988"/>
                    <a:pt x="1000" y="1988"/>
                  </a:cubicBezTo>
                  <a:cubicBezTo>
                    <a:pt x="1548" y="1988"/>
                    <a:pt x="1988" y="1548"/>
                    <a:pt x="1988" y="1000"/>
                  </a:cubicBezTo>
                  <a:cubicBezTo>
                    <a:pt x="1988" y="441"/>
                    <a:pt x="1548" y="0"/>
                    <a:pt x="10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4"/>
            <p:cNvSpPr/>
            <p:nvPr/>
          </p:nvSpPr>
          <p:spPr>
            <a:xfrm>
              <a:off x="874800" y="1192250"/>
              <a:ext cx="49725" cy="49725"/>
            </a:xfrm>
            <a:custGeom>
              <a:rect b="b" l="l" r="r" t="t"/>
              <a:pathLst>
                <a:path extrusionOk="0" h="1989" w="1989">
                  <a:moveTo>
                    <a:pt x="989" y="405"/>
                  </a:moveTo>
                  <a:cubicBezTo>
                    <a:pt x="1322" y="405"/>
                    <a:pt x="1584" y="667"/>
                    <a:pt x="1584" y="1000"/>
                  </a:cubicBezTo>
                  <a:cubicBezTo>
                    <a:pt x="1584" y="1322"/>
                    <a:pt x="1322" y="1596"/>
                    <a:pt x="989" y="1596"/>
                  </a:cubicBezTo>
                  <a:cubicBezTo>
                    <a:pt x="667" y="1596"/>
                    <a:pt x="393" y="1322"/>
                    <a:pt x="393" y="1000"/>
                  </a:cubicBezTo>
                  <a:cubicBezTo>
                    <a:pt x="393" y="667"/>
                    <a:pt x="667" y="405"/>
                    <a:pt x="989" y="405"/>
                  </a:cubicBezTo>
                  <a:close/>
                  <a:moveTo>
                    <a:pt x="989" y="0"/>
                  </a:moveTo>
                  <a:cubicBezTo>
                    <a:pt x="441" y="0"/>
                    <a:pt x="0" y="441"/>
                    <a:pt x="0" y="1000"/>
                  </a:cubicBezTo>
                  <a:cubicBezTo>
                    <a:pt x="0" y="1548"/>
                    <a:pt x="441" y="1988"/>
                    <a:pt x="989" y="1988"/>
                  </a:cubicBezTo>
                  <a:cubicBezTo>
                    <a:pt x="1536" y="1988"/>
                    <a:pt x="1989" y="1548"/>
                    <a:pt x="1989" y="1000"/>
                  </a:cubicBezTo>
                  <a:cubicBezTo>
                    <a:pt x="1989" y="441"/>
                    <a:pt x="1536" y="0"/>
                    <a:pt x="9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4"/>
            <p:cNvSpPr/>
            <p:nvPr/>
          </p:nvSpPr>
          <p:spPr>
            <a:xfrm>
              <a:off x="1003975" y="1192250"/>
              <a:ext cx="49750" cy="49725"/>
            </a:xfrm>
            <a:custGeom>
              <a:rect b="b" l="l" r="r" t="t"/>
              <a:pathLst>
                <a:path extrusionOk="0" h="1989" w="1990">
                  <a:moveTo>
                    <a:pt x="1001" y="405"/>
                  </a:moveTo>
                  <a:cubicBezTo>
                    <a:pt x="1322" y="405"/>
                    <a:pt x="1596" y="667"/>
                    <a:pt x="1596" y="1000"/>
                  </a:cubicBezTo>
                  <a:cubicBezTo>
                    <a:pt x="1596" y="1322"/>
                    <a:pt x="1322" y="1596"/>
                    <a:pt x="1001" y="1596"/>
                  </a:cubicBezTo>
                  <a:cubicBezTo>
                    <a:pt x="668" y="1596"/>
                    <a:pt x="406" y="1322"/>
                    <a:pt x="406" y="1000"/>
                  </a:cubicBezTo>
                  <a:cubicBezTo>
                    <a:pt x="406" y="667"/>
                    <a:pt x="668" y="405"/>
                    <a:pt x="1001" y="405"/>
                  </a:cubicBezTo>
                  <a:close/>
                  <a:moveTo>
                    <a:pt x="1001" y="0"/>
                  </a:moveTo>
                  <a:cubicBezTo>
                    <a:pt x="453" y="0"/>
                    <a:pt x="1" y="441"/>
                    <a:pt x="1" y="1000"/>
                  </a:cubicBezTo>
                  <a:cubicBezTo>
                    <a:pt x="1" y="1548"/>
                    <a:pt x="453" y="1988"/>
                    <a:pt x="1001" y="1988"/>
                  </a:cubicBezTo>
                  <a:cubicBezTo>
                    <a:pt x="1549" y="1988"/>
                    <a:pt x="1989" y="1548"/>
                    <a:pt x="1989" y="1000"/>
                  </a:cubicBezTo>
                  <a:cubicBezTo>
                    <a:pt x="1989" y="441"/>
                    <a:pt x="1549" y="0"/>
                    <a:pt x="10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8" name="Google Shape;188;p4"/>
          <p:cNvGrpSpPr/>
          <p:nvPr/>
        </p:nvGrpSpPr>
        <p:grpSpPr>
          <a:xfrm>
            <a:off x="7150825" y="3518475"/>
            <a:ext cx="747900" cy="457500"/>
            <a:chOff x="7150825" y="3518475"/>
            <a:chExt cx="747900" cy="457500"/>
          </a:xfrm>
        </p:grpSpPr>
        <p:grpSp>
          <p:nvGrpSpPr>
            <p:cNvPr id="189" name="Google Shape;189;p4"/>
            <p:cNvGrpSpPr/>
            <p:nvPr/>
          </p:nvGrpSpPr>
          <p:grpSpPr>
            <a:xfrm>
              <a:off x="7150825" y="3518475"/>
              <a:ext cx="747900" cy="457500"/>
              <a:chOff x="7150825" y="3518475"/>
              <a:chExt cx="747900" cy="457500"/>
            </a:xfrm>
          </p:grpSpPr>
          <p:sp>
            <p:nvSpPr>
              <p:cNvPr id="190" name="Google Shape;190;p4"/>
              <p:cNvSpPr/>
              <p:nvPr/>
            </p:nvSpPr>
            <p:spPr>
              <a:xfrm>
                <a:off x="7150825" y="3518475"/>
                <a:ext cx="747900" cy="457500"/>
              </a:xfrm>
              <a:prstGeom prst="roundRect">
                <a:avLst>
                  <a:gd fmla="val 50000" name="adj"/>
                </a:avLst>
              </a:prstGeom>
              <a:solidFill>
                <a:schemeClr val="accent6"/>
              </a:solidFill>
              <a:ln>
                <a:noFill/>
              </a:ln>
              <a:effectLst>
                <a:outerShdw blurRad="214313" rotWithShape="0" algn="bl" dir="5400000" dist="95250">
                  <a:schemeClr val="dk1">
                    <a:alpha val="30196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" name="Google Shape;191;p4"/>
              <p:cNvSpPr/>
              <p:nvPr/>
            </p:nvSpPr>
            <p:spPr>
              <a:xfrm rot="-5400000">
                <a:off x="7513566" y="3642335"/>
                <a:ext cx="22418" cy="209781"/>
              </a:xfrm>
              <a:custGeom>
                <a:rect b="b" l="l" r="r" t="t"/>
                <a:pathLst>
                  <a:path extrusionOk="0" h="3799" w="406">
                    <a:moveTo>
                      <a:pt x="203" y="0"/>
                    </a:moveTo>
                    <a:cubicBezTo>
                      <a:pt x="96" y="0"/>
                      <a:pt x="1" y="96"/>
                      <a:pt x="1" y="203"/>
                    </a:cubicBezTo>
                    <a:lnTo>
                      <a:pt x="1" y="3596"/>
                    </a:lnTo>
                    <a:cubicBezTo>
                      <a:pt x="1" y="3715"/>
                      <a:pt x="96" y="3798"/>
                      <a:pt x="203" y="3798"/>
                    </a:cubicBezTo>
                    <a:cubicBezTo>
                      <a:pt x="310" y="3798"/>
                      <a:pt x="406" y="3715"/>
                      <a:pt x="406" y="3608"/>
                    </a:cubicBezTo>
                    <a:lnTo>
                      <a:pt x="406" y="203"/>
                    </a:lnTo>
                    <a:cubicBezTo>
                      <a:pt x="406" y="96"/>
                      <a:pt x="310" y="0"/>
                      <a:pt x="20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192;p4"/>
              <p:cNvSpPr/>
              <p:nvPr/>
            </p:nvSpPr>
            <p:spPr>
              <a:xfrm rot="-5400000">
                <a:off x="7474723" y="3692226"/>
                <a:ext cx="199887" cy="109998"/>
              </a:xfrm>
              <a:custGeom>
                <a:rect b="b" l="l" r="r" t="t"/>
                <a:pathLst>
                  <a:path extrusionOk="0" h="1992" w="3620">
                    <a:moveTo>
                      <a:pt x="221" y="0"/>
                    </a:moveTo>
                    <a:cubicBezTo>
                      <a:pt x="170" y="0"/>
                      <a:pt x="120" y="21"/>
                      <a:pt x="84" y="63"/>
                    </a:cubicBezTo>
                    <a:cubicBezTo>
                      <a:pt x="0" y="134"/>
                      <a:pt x="0" y="265"/>
                      <a:pt x="84" y="348"/>
                    </a:cubicBezTo>
                    <a:lnTo>
                      <a:pt x="1667" y="1932"/>
                    </a:lnTo>
                    <a:cubicBezTo>
                      <a:pt x="1715" y="1979"/>
                      <a:pt x="1763" y="1991"/>
                      <a:pt x="1810" y="1991"/>
                    </a:cubicBezTo>
                    <a:cubicBezTo>
                      <a:pt x="1858" y="1991"/>
                      <a:pt x="1917" y="1979"/>
                      <a:pt x="1953" y="1932"/>
                    </a:cubicBezTo>
                    <a:lnTo>
                      <a:pt x="3537" y="348"/>
                    </a:lnTo>
                    <a:cubicBezTo>
                      <a:pt x="3620" y="265"/>
                      <a:pt x="3620" y="134"/>
                      <a:pt x="3537" y="63"/>
                    </a:cubicBezTo>
                    <a:cubicBezTo>
                      <a:pt x="3501" y="21"/>
                      <a:pt x="3450" y="0"/>
                      <a:pt x="3400" y="0"/>
                    </a:cubicBezTo>
                    <a:cubicBezTo>
                      <a:pt x="3349" y="0"/>
                      <a:pt x="3298" y="21"/>
                      <a:pt x="3263" y="63"/>
                    </a:cubicBezTo>
                    <a:lnTo>
                      <a:pt x="1810" y="1515"/>
                    </a:lnTo>
                    <a:lnTo>
                      <a:pt x="358" y="63"/>
                    </a:lnTo>
                    <a:cubicBezTo>
                      <a:pt x="322" y="21"/>
                      <a:pt x="271" y="0"/>
                      <a:pt x="22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3" name="Google Shape;193;p4"/>
            <p:cNvSpPr/>
            <p:nvPr/>
          </p:nvSpPr>
          <p:spPr>
            <a:xfrm>
              <a:off x="7150825" y="3518475"/>
              <a:ext cx="747900" cy="457500"/>
            </a:xfrm>
            <a:prstGeom prst="roundRect">
              <a:avLst>
                <a:gd fmla="val 50000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f9bca7d2e9_0_16"/>
          <p:cNvSpPr txBox="1"/>
          <p:nvPr>
            <p:ph type="title"/>
          </p:nvPr>
        </p:nvSpPr>
        <p:spPr>
          <a:xfrm>
            <a:off x="713100" y="368825"/>
            <a:ext cx="4650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Contexto de atención </a:t>
            </a:r>
            <a:endParaRPr/>
          </a:p>
        </p:txBody>
      </p:sp>
      <p:sp>
        <p:nvSpPr>
          <p:cNvPr id="199" name="Google Shape;199;g3f9bca7d2e9_0_16"/>
          <p:cNvSpPr txBox="1"/>
          <p:nvPr>
            <p:ph idx="4294967295" type="subTitle"/>
          </p:nvPr>
        </p:nvSpPr>
        <p:spPr>
          <a:xfrm>
            <a:off x="6002250" y="295975"/>
            <a:ext cx="24522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Atención Primaria </a:t>
            </a:r>
            <a:endParaRPr b="1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" name="Google Shape;200;g3f9bca7d2e9_0_16"/>
          <p:cNvSpPr txBox="1"/>
          <p:nvPr>
            <p:ph idx="4294967295" type="subTitle"/>
          </p:nvPr>
        </p:nvSpPr>
        <p:spPr>
          <a:xfrm>
            <a:off x="6002250" y="640475"/>
            <a:ext cx="2452200" cy="8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None/>
            </a:pPr>
            <a:r>
              <a:rPr b="0" i="0" lang="en" sz="1300" u="none" cap="none" strike="noStrike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Los CESFAM son uno de los principales puntos de acceso al sistema público de salud y realizan atenciones frecuentes de orientación, horas, controles y farmacia. </a:t>
            </a:r>
            <a:endParaRPr b="0" i="0" sz="1300" u="none" cap="none" strike="noStrike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01" name="Google Shape;201;g3f9bca7d2e9_0_16"/>
          <p:cNvSpPr txBox="1"/>
          <p:nvPr>
            <p:ph idx="4294967295" type="subTitle"/>
          </p:nvPr>
        </p:nvSpPr>
        <p:spPr>
          <a:xfrm>
            <a:off x="6002250" y="2073900"/>
            <a:ext cx="24522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Accesibilidad </a:t>
            </a:r>
            <a:endParaRPr b="1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2" name="Google Shape;202;g3f9bca7d2e9_0_16"/>
          <p:cNvSpPr txBox="1"/>
          <p:nvPr>
            <p:ph idx="4294967295" type="subTitle"/>
          </p:nvPr>
        </p:nvSpPr>
        <p:spPr>
          <a:xfrm>
            <a:off x="6002250" y="2418400"/>
            <a:ext cx="2452200" cy="8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None/>
            </a:pPr>
            <a:r>
              <a:rPr b="0" i="0" lang="en" sz="1300" u="none" cap="none" strike="noStrike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Las personas sordas usuarias de LSCh pueden enfrentar barreras cuando el funcionario no maneja lengua de señas. </a:t>
            </a:r>
            <a:endParaRPr b="0" i="0" sz="1300" u="none" cap="none" strike="noStrike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03" name="Google Shape;203;g3f9bca7d2e9_0_16"/>
          <p:cNvSpPr/>
          <p:nvPr/>
        </p:nvSpPr>
        <p:spPr>
          <a:xfrm>
            <a:off x="5650675" y="382378"/>
            <a:ext cx="258000" cy="25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3f9bca7d2e9_0_16"/>
          <p:cNvSpPr/>
          <p:nvPr/>
        </p:nvSpPr>
        <p:spPr>
          <a:xfrm>
            <a:off x="5650675" y="2155203"/>
            <a:ext cx="258000" cy="258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g3f9bca7d2e9_0_16"/>
          <p:cNvSpPr txBox="1"/>
          <p:nvPr>
            <p:ph idx="4294967295" type="subTitle"/>
          </p:nvPr>
        </p:nvSpPr>
        <p:spPr>
          <a:xfrm>
            <a:off x="6002250" y="3529850"/>
            <a:ext cx="24522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Alcance del proyecto </a:t>
            </a:r>
            <a:endParaRPr b="1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6" name="Google Shape;206;g3f9bca7d2e9_0_16"/>
          <p:cNvSpPr txBox="1"/>
          <p:nvPr>
            <p:ph idx="4294967295" type="subTitle"/>
          </p:nvPr>
        </p:nvSpPr>
        <p:spPr>
          <a:xfrm>
            <a:off x="6002250" y="3874350"/>
            <a:ext cx="2452200" cy="8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None/>
            </a:pPr>
            <a:r>
              <a:rPr b="0" i="0" lang="en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SeñaText se enfoca en mesones de atención de CESFAM de la </a:t>
            </a:r>
            <a:r>
              <a:rPr b="1" i="0" lang="en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Región Metropolitana</a:t>
            </a:r>
            <a:r>
              <a:rPr b="0" i="0" lang="en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0" i="0" sz="1300" u="none" cap="none" strike="noStrike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07" name="Google Shape;207;g3f9bca7d2e9_0_16"/>
          <p:cNvSpPr/>
          <p:nvPr/>
        </p:nvSpPr>
        <p:spPr>
          <a:xfrm>
            <a:off x="5650675" y="3611153"/>
            <a:ext cx="258000" cy="258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8" name="Google Shape;208;g3f9bca7d2e9_0_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7700" y="941525"/>
            <a:ext cx="3731608" cy="389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g3f9bca7d2e9_0_16"/>
          <p:cNvSpPr/>
          <p:nvPr/>
        </p:nvSpPr>
        <p:spPr>
          <a:xfrm>
            <a:off x="3160969" y="2387096"/>
            <a:ext cx="108000" cy="107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3f9bca7d2e9_0_16"/>
          <p:cNvSpPr/>
          <p:nvPr/>
        </p:nvSpPr>
        <p:spPr>
          <a:xfrm>
            <a:off x="3160969" y="2836409"/>
            <a:ext cx="108000" cy="107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3f9bca7d2e9_0_16"/>
          <p:cNvSpPr/>
          <p:nvPr/>
        </p:nvSpPr>
        <p:spPr>
          <a:xfrm>
            <a:off x="2692994" y="2518059"/>
            <a:ext cx="108000" cy="107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3f9bca7d2e9_0_16"/>
          <p:cNvSpPr/>
          <p:nvPr/>
        </p:nvSpPr>
        <p:spPr>
          <a:xfrm>
            <a:off x="2047638" y="2518056"/>
            <a:ext cx="108000" cy="107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3f9bca7d2e9_0_16"/>
          <p:cNvSpPr/>
          <p:nvPr/>
        </p:nvSpPr>
        <p:spPr>
          <a:xfrm>
            <a:off x="2364938" y="2836419"/>
            <a:ext cx="108000" cy="107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3f9bca7d2e9_0_16"/>
          <p:cNvSpPr/>
          <p:nvPr/>
        </p:nvSpPr>
        <p:spPr>
          <a:xfrm>
            <a:off x="2256938" y="2108281"/>
            <a:ext cx="108000" cy="107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g3f9bca7d2e9_0_16"/>
          <p:cNvSpPr/>
          <p:nvPr/>
        </p:nvSpPr>
        <p:spPr>
          <a:xfrm>
            <a:off x="2638313" y="3265906"/>
            <a:ext cx="108000" cy="107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g3f9bca7d2e9_0_16"/>
          <p:cNvSpPr/>
          <p:nvPr/>
        </p:nvSpPr>
        <p:spPr>
          <a:xfrm>
            <a:off x="2088344" y="3158509"/>
            <a:ext cx="108000" cy="107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g3f9bca7d2e9_0_16"/>
          <p:cNvSpPr/>
          <p:nvPr/>
        </p:nvSpPr>
        <p:spPr>
          <a:xfrm>
            <a:off x="2530319" y="3686459"/>
            <a:ext cx="108000" cy="107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9dec41978_1_1"/>
          <p:cNvSpPr/>
          <p:nvPr/>
        </p:nvSpPr>
        <p:spPr>
          <a:xfrm>
            <a:off x="4688375" y="2485244"/>
            <a:ext cx="1631100" cy="1659300"/>
          </a:xfrm>
          <a:prstGeom prst="roundRect">
            <a:avLst>
              <a:gd fmla="val 833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67700" lIns="67700" spcFirstLastPara="1" rIns="67700" wrap="square" tIns="67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7"/>
              <a:buFont typeface="Arial"/>
              <a:buNone/>
            </a:pPr>
            <a:r>
              <a:t/>
            </a:r>
            <a:endParaRPr b="0" i="0" sz="103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3f9dec41978_1_1"/>
          <p:cNvSpPr/>
          <p:nvPr/>
        </p:nvSpPr>
        <p:spPr>
          <a:xfrm>
            <a:off x="1042025" y="2485244"/>
            <a:ext cx="1748100" cy="1659300"/>
          </a:xfrm>
          <a:prstGeom prst="roundRect">
            <a:avLst>
              <a:gd fmla="val 833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67700" lIns="67700" spcFirstLastPara="1" rIns="67700" wrap="square" tIns="67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7"/>
              <a:buFont typeface="Arial"/>
              <a:buNone/>
            </a:pPr>
            <a:r>
              <a:t/>
            </a:r>
            <a:endParaRPr b="0" i="0" sz="103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g3f9dec41978_1_1"/>
          <p:cNvSpPr txBox="1"/>
          <p:nvPr>
            <p:ph idx="4294967295" type="subTitle"/>
          </p:nvPr>
        </p:nvSpPr>
        <p:spPr>
          <a:xfrm>
            <a:off x="1204096" y="2557926"/>
            <a:ext cx="13071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67700" lIns="67700" spcFirstLastPara="1" rIns="67700" wrap="square" tIns="67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37"/>
              <a:buFont typeface="Nunito Sans"/>
              <a:buNone/>
            </a:pPr>
            <a:r>
              <a:rPr b="1" i="0" lang="en" sz="1185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Preparación y Arquitectura (Semanas 1-4) </a:t>
            </a:r>
            <a:endParaRPr b="1" i="0" sz="1185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5" name="Google Shape;225;g3f9dec41978_1_1"/>
          <p:cNvSpPr txBox="1"/>
          <p:nvPr>
            <p:ph type="title"/>
          </p:nvPr>
        </p:nvSpPr>
        <p:spPr>
          <a:xfrm>
            <a:off x="713100" y="368825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Cronograma</a:t>
            </a:r>
            <a:endParaRPr/>
          </a:p>
        </p:txBody>
      </p:sp>
      <p:sp>
        <p:nvSpPr>
          <p:cNvPr id="226" name="Google Shape;226;g3f9dec41978_1_1"/>
          <p:cNvSpPr txBox="1"/>
          <p:nvPr>
            <p:ph idx="4294967295" type="subTitle"/>
          </p:nvPr>
        </p:nvSpPr>
        <p:spPr>
          <a:xfrm>
            <a:off x="1262516" y="3165483"/>
            <a:ext cx="1307100" cy="9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67700" lIns="67700" spcFirstLastPara="1" rIns="67700" wrap="square" tIns="67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37"/>
              <a:buFont typeface="Nunito Sans"/>
              <a:buNone/>
            </a:pPr>
            <a:r>
              <a:rPr b="1" lang="en" sz="1237">
                <a:solidFill>
                  <a:srgbClr val="38761D"/>
                </a:solidFill>
              </a:rPr>
              <a:t>Completado</a:t>
            </a:r>
            <a:endParaRPr b="1" sz="1237">
              <a:solidFill>
                <a:srgbClr val="38761D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37"/>
              <a:buFont typeface="Nunito Sans"/>
              <a:buNone/>
            </a:pPr>
            <a:r>
              <a:rPr b="0" i="0" lang="en" sz="1037" u="none" cap="none" strike="noStrike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Vocabulario, wireframes, arquitectura y base de datos. </a:t>
            </a:r>
            <a:endParaRPr b="0" i="0" sz="1037" u="none" cap="none" strike="noStrike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27" name="Google Shape;227;g3f9dec41978_1_1"/>
          <p:cNvSpPr/>
          <p:nvPr/>
        </p:nvSpPr>
        <p:spPr>
          <a:xfrm>
            <a:off x="2865200" y="2485244"/>
            <a:ext cx="1631100" cy="1659300"/>
          </a:xfrm>
          <a:prstGeom prst="roundRect">
            <a:avLst>
              <a:gd fmla="val 833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67700" lIns="67700" spcFirstLastPara="1" rIns="67700" wrap="square" tIns="67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7"/>
              <a:buFont typeface="Arial"/>
              <a:buNone/>
            </a:pPr>
            <a:r>
              <a:t/>
            </a:r>
            <a:endParaRPr b="0" i="0" sz="103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3f9dec41978_1_1"/>
          <p:cNvSpPr txBox="1"/>
          <p:nvPr>
            <p:ph idx="4294967295" type="subTitle"/>
          </p:nvPr>
        </p:nvSpPr>
        <p:spPr>
          <a:xfrm>
            <a:off x="2957825" y="2557919"/>
            <a:ext cx="15387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67700" lIns="67700" spcFirstLastPara="1" rIns="67700" wrap="square" tIns="67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37"/>
              <a:buFont typeface="Nunito Sans"/>
              <a:buNone/>
            </a:pPr>
            <a:r>
              <a:rPr b="1" i="0" lang="en" sz="1185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Dataset y Desarrollo Base (Semanas 5-8) </a:t>
            </a:r>
            <a:endParaRPr b="1" i="0" sz="1185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9" name="Google Shape;229;g3f9dec41978_1_1"/>
          <p:cNvSpPr txBox="1"/>
          <p:nvPr>
            <p:ph idx="4294967295" type="subTitle"/>
          </p:nvPr>
        </p:nvSpPr>
        <p:spPr>
          <a:xfrm>
            <a:off x="3006763" y="3117800"/>
            <a:ext cx="1405500" cy="9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67700" lIns="67700" spcFirstLastPara="1" rIns="67700" wrap="square" tIns="67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37"/>
              <a:buFont typeface="Nunito Sans"/>
              <a:buNone/>
            </a:pPr>
            <a:r>
              <a:rPr b="1" lang="en" sz="1237">
                <a:solidFill>
                  <a:srgbClr val="E69138"/>
                </a:solidFill>
              </a:rPr>
              <a:t>En curso </a:t>
            </a:r>
            <a:endParaRPr b="1" sz="1237">
              <a:solidFill>
                <a:srgbClr val="E69138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37"/>
              <a:buFont typeface="Nunito Sans"/>
              <a:buNone/>
            </a:pPr>
            <a:r>
              <a:rPr lang="en" sz="1037"/>
              <a:t>Frontend y backend completados, Dataset con volumen insuficiente. </a:t>
            </a:r>
            <a:endParaRPr b="0" i="0" sz="1037" u="none" cap="none" strike="noStrike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30" name="Google Shape;230;g3f9dec41978_1_1"/>
          <p:cNvSpPr txBox="1"/>
          <p:nvPr>
            <p:ph idx="4294967295" type="subTitle"/>
          </p:nvPr>
        </p:nvSpPr>
        <p:spPr>
          <a:xfrm>
            <a:off x="4789712" y="2557916"/>
            <a:ext cx="14691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67700" lIns="67700" spcFirstLastPara="1" rIns="67700" wrap="square" tIns="67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37"/>
              <a:buFont typeface="Nunito Sans"/>
              <a:buNone/>
            </a:pPr>
            <a:r>
              <a:rPr b="1" i="0" lang="en" sz="1185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Entrenamiento e Integración (Semanas 9-14) </a:t>
            </a:r>
            <a:endParaRPr b="1" i="0" sz="1185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1" name="Google Shape;231;g3f9dec41978_1_1"/>
          <p:cNvSpPr txBox="1"/>
          <p:nvPr>
            <p:ph idx="4294967295" type="subTitle"/>
          </p:nvPr>
        </p:nvSpPr>
        <p:spPr>
          <a:xfrm>
            <a:off x="4908155" y="3141497"/>
            <a:ext cx="1307100" cy="9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67700" lIns="67700" spcFirstLastPara="1" rIns="67700" wrap="square" tIns="6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37"/>
              <a:buFont typeface="Nunito Sans"/>
              <a:buNone/>
            </a:pPr>
            <a:r>
              <a:rPr b="1" lang="en" sz="1237">
                <a:solidFill>
                  <a:srgbClr val="E69138"/>
                </a:solidFill>
              </a:rPr>
              <a:t>En curso </a:t>
            </a:r>
            <a:endParaRPr sz="1037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37"/>
              <a:buFont typeface="Nunito Sans"/>
              <a:buNone/>
            </a:pPr>
            <a:r>
              <a:rPr lang="en" sz="1037"/>
              <a:t>Modelo entrenado e integrado, con precisión baja asociada al dataset. </a:t>
            </a:r>
            <a:endParaRPr b="0" i="0" sz="1037" u="none" cap="none" strike="noStrike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32" name="Google Shape;232;g3f9dec41978_1_1"/>
          <p:cNvSpPr/>
          <p:nvPr/>
        </p:nvSpPr>
        <p:spPr>
          <a:xfrm>
            <a:off x="6470875" y="2485244"/>
            <a:ext cx="1631100" cy="1659300"/>
          </a:xfrm>
          <a:prstGeom prst="roundRect">
            <a:avLst>
              <a:gd fmla="val 833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67700" lIns="67700" spcFirstLastPara="1" rIns="67700" wrap="square" tIns="67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7"/>
              <a:buFont typeface="Arial"/>
              <a:buNone/>
            </a:pPr>
            <a:r>
              <a:t/>
            </a:r>
            <a:endParaRPr b="0" i="0" sz="103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g3f9dec41978_1_1"/>
          <p:cNvSpPr txBox="1"/>
          <p:nvPr>
            <p:ph idx="4294967295" type="subTitle"/>
          </p:nvPr>
        </p:nvSpPr>
        <p:spPr>
          <a:xfrm>
            <a:off x="6511325" y="2557919"/>
            <a:ext cx="15387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67700" lIns="67700" spcFirstLastPara="1" rIns="67700" wrap="square" tIns="67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37"/>
              <a:buFont typeface="Nunito Sans"/>
              <a:buNone/>
            </a:pPr>
            <a:r>
              <a:rPr b="1" i="0" lang="en" sz="1185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Despliegue y Cierre </a:t>
            </a:r>
            <a:endParaRPr b="1" i="0" sz="1185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37"/>
              <a:buFont typeface="Nunito Sans"/>
              <a:buNone/>
            </a:pPr>
            <a:r>
              <a:rPr b="1" i="0" lang="en" sz="1185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(Semanas 15-18) </a:t>
            </a:r>
            <a:endParaRPr b="1" i="0" sz="1185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4" name="Google Shape;234;g3f9dec41978_1_1"/>
          <p:cNvSpPr txBox="1"/>
          <p:nvPr>
            <p:ph idx="4294967295" type="subTitle"/>
          </p:nvPr>
        </p:nvSpPr>
        <p:spPr>
          <a:xfrm>
            <a:off x="6627125" y="3117800"/>
            <a:ext cx="1307100" cy="10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67700" lIns="67700" spcFirstLastPara="1" rIns="67700" wrap="square" tIns="67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37"/>
              <a:buFont typeface="Nunito Sans"/>
              <a:buNone/>
            </a:pPr>
            <a:r>
              <a:rPr b="1" lang="en" sz="1237">
                <a:solidFill>
                  <a:srgbClr val="FF0000"/>
                </a:solidFill>
              </a:rPr>
              <a:t>Pendiente. </a:t>
            </a:r>
            <a:endParaRPr b="1" sz="1237">
              <a:solidFill>
                <a:srgbClr val="FF0000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37"/>
              <a:buFont typeface="Nunito Sans"/>
              <a:buNone/>
            </a:pPr>
            <a:r>
              <a:rPr lang="en" sz="1037"/>
              <a:t>Aún no se despliega a producción. </a:t>
            </a:r>
            <a:endParaRPr b="0" i="0" sz="1037" u="none" cap="none" strike="noStrike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35" name="Google Shape;235;g3f9dec41978_1_1"/>
          <p:cNvSpPr txBox="1"/>
          <p:nvPr/>
        </p:nvSpPr>
        <p:spPr>
          <a:xfrm>
            <a:off x="1042025" y="4382950"/>
            <a:ext cx="7509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200"/>
              <a:t>El principal atraso del cronograma es el volumen insuficiente de videos grabados para el dataset, lo que retrasa indirectamente el entrenamiento del modelo. El resto del sistema avanza según lo planificado.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g3f9dec41978_1_1"/>
          <p:cNvSpPr txBox="1"/>
          <p:nvPr/>
        </p:nvSpPr>
        <p:spPr>
          <a:xfrm>
            <a:off x="1042025" y="1050438"/>
            <a:ext cx="5882100" cy="9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7916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El proyecto se desarrolla bajo un enfoque ágil basado en Scrum, con roles definidos (Scrum Master, Product Owner, Developers). El trabajo se planifica y da seguimiento mediante un Product Backlog y Sprint Backlog, con historias de usuario desglosadas en tareas y seguimiento diario de avance. </a:t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5"/>
          <p:cNvSpPr txBox="1"/>
          <p:nvPr>
            <p:ph type="title"/>
          </p:nvPr>
        </p:nvSpPr>
        <p:spPr>
          <a:xfrm>
            <a:off x="713100" y="368825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Mapa Tecnológico y Arquitectura</a:t>
            </a:r>
            <a:endParaRPr/>
          </a:p>
        </p:txBody>
      </p:sp>
      <p:pic>
        <p:nvPicPr>
          <p:cNvPr id="242" name="Google Shape;24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5875" y="990950"/>
            <a:ext cx="5124826" cy="4039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h62d7cb8dea716fd4_0_0"/>
          <p:cNvSpPr txBox="1"/>
          <p:nvPr>
            <p:ph type="title"/>
          </p:nvPr>
        </p:nvSpPr>
        <p:spPr>
          <a:xfrm>
            <a:off x="713100" y="368825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Demo Sistema SeñaText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f9d5485513_0_56"/>
          <p:cNvSpPr/>
          <p:nvPr/>
        </p:nvSpPr>
        <p:spPr>
          <a:xfrm>
            <a:off x="713100" y="539400"/>
            <a:ext cx="6267300" cy="3429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g3f9d5485513_0_56"/>
          <p:cNvSpPr txBox="1"/>
          <p:nvPr>
            <p:ph type="title"/>
          </p:nvPr>
        </p:nvSpPr>
        <p:spPr>
          <a:xfrm>
            <a:off x="1111950" y="728188"/>
            <a:ext cx="33468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Conclusión</a:t>
            </a:r>
            <a:endParaRPr/>
          </a:p>
        </p:txBody>
      </p:sp>
      <p:sp>
        <p:nvSpPr>
          <p:cNvPr id="254" name="Google Shape;254;g3f9d5485513_0_56"/>
          <p:cNvSpPr txBox="1"/>
          <p:nvPr>
            <p:ph idx="1" type="subTitle"/>
          </p:nvPr>
        </p:nvSpPr>
        <p:spPr>
          <a:xfrm>
            <a:off x="1111950" y="1222875"/>
            <a:ext cx="5623500" cy="23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El proyecto avanza según lo planificado en las primeras etapas: vocabulario definido y validado con una persona experta en LSCh, y sistema full stack funcionando en entorno local (frontend y backend). El modelo ya está entrenado y conectado al resto del sistema, pero con una precisión baja, directamente asociada al volumen insuficiente de videos en el dataset de entrenamiento.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El próximo paso inmediato es intensificar la grabación de videos con personas señantes para reentrenar el modelo y mejorar su precisión, antes de avanzar al despliegue en producción, que se mantiene pendiente en el roadmap.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grpSp>
        <p:nvGrpSpPr>
          <p:cNvPr id="255" name="Google Shape;255;g3f9d5485513_0_56"/>
          <p:cNvGrpSpPr/>
          <p:nvPr/>
        </p:nvGrpSpPr>
        <p:grpSpPr>
          <a:xfrm>
            <a:off x="6361050" y="3511800"/>
            <a:ext cx="747900" cy="457500"/>
            <a:chOff x="3573175" y="2661350"/>
            <a:chExt cx="747900" cy="457500"/>
          </a:xfrm>
        </p:grpSpPr>
        <p:grpSp>
          <p:nvGrpSpPr>
            <p:cNvPr id="256" name="Google Shape;256;g3f9d5485513_0_56"/>
            <p:cNvGrpSpPr/>
            <p:nvPr/>
          </p:nvGrpSpPr>
          <p:grpSpPr>
            <a:xfrm>
              <a:off x="3573175" y="2661350"/>
              <a:ext cx="747900" cy="457500"/>
              <a:chOff x="3573175" y="2661350"/>
              <a:chExt cx="747900" cy="457500"/>
            </a:xfrm>
          </p:grpSpPr>
          <p:sp>
            <p:nvSpPr>
              <p:cNvPr id="257" name="Google Shape;257;g3f9d5485513_0_56"/>
              <p:cNvSpPr/>
              <p:nvPr/>
            </p:nvSpPr>
            <p:spPr>
              <a:xfrm>
                <a:off x="3573175" y="2661350"/>
                <a:ext cx="747900" cy="457500"/>
              </a:xfrm>
              <a:prstGeom prst="roundRect">
                <a:avLst>
                  <a:gd fmla="val 50000" name="adj"/>
                </a:avLst>
              </a:prstGeom>
              <a:solidFill>
                <a:schemeClr val="accent2"/>
              </a:solidFill>
              <a:ln>
                <a:noFill/>
              </a:ln>
              <a:effectLst>
                <a:outerShdw blurRad="214313" rotWithShape="0" algn="bl" dir="5400000" dist="95250">
                  <a:schemeClr val="accent2">
                    <a:alpha val="2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58" name="Google Shape;258;g3f9d5485513_0_56"/>
              <p:cNvGrpSpPr/>
              <p:nvPr/>
            </p:nvGrpSpPr>
            <p:grpSpPr>
              <a:xfrm rot="-5400000">
                <a:off x="3847175" y="2785196"/>
                <a:ext cx="199887" cy="209781"/>
                <a:chOff x="3550239" y="2410401"/>
                <a:chExt cx="90500" cy="94975"/>
              </a:xfrm>
            </p:grpSpPr>
            <p:sp>
              <p:nvSpPr>
                <p:cNvPr id="259" name="Google Shape;259;g3f9d5485513_0_56"/>
                <p:cNvSpPr/>
                <p:nvPr/>
              </p:nvSpPr>
              <p:spPr>
                <a:xfrm>
                  <a:off x="3590414" y="2410401"/>
                  <a:ext cx="10150" cy="94975"/>
                </a:xfrm>
                <a:custGeom>
                  <a:rect b="b" l="l" r="r" t="t"/>
                  <a:pathLst>
                    <a:path extrusionOk="0" h="3799" w="406">
                      <a:moveTo>
                        <a:pt x="203" y="0"/>
                      </a:moveTo>
                      <a:cubicBezTo>
                        <a:pt x="96" y="0"/>
                        <a:pt x="1" y="96"/>
                        <a:pt x="1" y="203"/>
                      </a:cubicBezTo>
                      <a:lnTo>
                        <a:pt x="1" y="3596"/>
                      </a:lnTo>
                      <a:cubicBezTo>
                        <a:pt x="1" y="3715"/>
                        <a:pt x="96" y="3798"/>
                        <a:pt x="203" y="3798"/>
                      </a:cubicBezTo>
                      <a:cubicBezTo>
                        <a:pt x="310" y="3798"/>
                        <a:pt x="406" y="3715"/>
                        <a:pt x="406" y="3608"/>
                      </a:cubicBezTo>
                      <a:lnTo>
                        <a:pt x="406" y="203"/>
                      </a:lnTo>
                      <a:cubicBezTo>
                        <a:pt x="406" y="96"/>
                        <a:pt x="310" y="0"/>
                        <a:pt x="20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0" name="Google Shape;260;g3f9d5485513_0_56"/>
                <p:cNvSpPr/>
                <p:nvPr/>
              </p:nvSpPr>
              <p:spPr>
                <a:xfrm>
                  <a:off x="3550239" y="2455576"/>
                  <a:ext cx="90500" cy="49800"/>
                </a:xfrm>
                <a:custGeom>
                  <a:rect b="b" l="l" r="r" t="t"/>
                  <a:pathLst>
                    <a:path extrusionOk="0" h="1992" w="3620">
                      <a:moveTo>
                        <a:pt x="221" y="0"/>
                      </a:moveTo>
                      <a:cubicBezTo>
                        <a:pt x="170" y="0"/>
                        <a:pt x="120" y="21"/>
                        <a:pt x="84" y="63"/>
                      </a:cubicBezTo>
                      <a:cubicBezTo>
                        <a:pt x="0" y="134"/>
                        <a:pt x="0" y="265"/>
                        <a:pt x="84" y="348"/>
                      </a:cubicBezTo>
                      <a:lnTo>
                        <a:pt x="1667" y="1932"/>
                      </a:lnTo>
                      <a:cubicBezTo>
                        <a:pt x="1715" y="1979"/>
                        <a:pt x="1763" y="1991"/>
                        <a:pt x="1810" y="1991"/>
                      </a:cubicBezTo>
                      <a:cubicBezTo>
                        <a:pt x="1858" y="1991"/>
                        <a:pt x="1917" y="1979"/>
                        <a:pt x="1953" y="1932"/>
                      </a:cubicBezTo>
                      <a:lnTo>
                        <a:pt x="3537" y="348"/>
                      </a:lnTo>
                      <a:cubicBezTo>
                        <a:pt x="3620" y="265"/>
                        <a:pt x="3620" y="134"/>
                        <a:pt x="3537" y="63"/>
                      </a:cubicBezTo>
                      <a:cubicBezTo>
                        <a:pt x="3501" y="21"/>
                        <a:pt x="3450" y="0"/>
                        <a:pt x="3400" y="0"/>
                      </a:cubicBezTo>
                      <a:cubicBezTo>
                        <a:pt x="3349" y="0"/>
                        <a:pt x="3298" y="21"/>
                        <a:pt x="3263" y="63"/>
                      </a:cubicBezTo>
                      <a:lnTo>
                        <a:pt x="1810" y="1515"/>
                      </a:lnTo>
                      <a:lnTo>
                        <a:pt x="358" y="63"/>
                      </a:lnTo>
                      <a:cubicBezTo>
                        <a:pt x="322" y="21"/>
                        <a:pt x="271" y="0"/>
                        <a:pt x="22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261" name="Google Shape;261;g3f9d5485513_0_56"/>
            <p:cNvSpPr/>
            <p:nvPr/>
          </p:nvSpPr>
          <p:spPr>
            <a:xfrm>
              <a:off x="3573175" y="2661350"/>
              <a:ext cx="747900" cy="457500"/>
            </a:xfrm>
            <a:prstGeom prst="roundRect">
              <a:avLst>
                <a:gd fmla="val 50000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edical Technology Advances by Slidesgo">
  <a:themeElements>
    <a:clrScheme name="Simple Light">
      <a:dk1>
        <a:srgbClr val="1F2B6C"/>
      </a:dk1>
      <a:lt1>
        <a:srgbClr val="FFFFFF"/>
      </a:lt1>
      <a:dk2>
        <a:srgbClr val="000000"/>
      </a:dk2>
      <a:lt2>
        <a:srgbClr val="EEEEEE"/>
      </a:lt2>
      <a:accent1>
        <a:srgbClr val="E7F7FF"/>
      </a:accent1>
      <a:accent2>
        <a:srgbClr val="159FED"/>
      </a:accent2>
      <a:accent3>
        <a:srgbClr val="73E1CD"/>
      </a:accent3>
      <a:accent4>
        <a:srgbClr val="8292E8"/>
      </a:accent4>
      <a:accent5>
        <a:srgbClr val="8292E8"/>
      </a:accent5>
      <a:accent6>
        <a:srgbClr val="1F2B6C"/>
      </a:accent6>
      <a:hlink>
        <a:srgbClr val="1F2B6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